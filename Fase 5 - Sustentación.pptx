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8" r:id="rId3"/>
    <p:sldId id="284" r:id="rId4"/>
    <p:sldId id="285" r:id="rId5"/>
    <p:sldId id="286" r:id="rId6"/>
    <p:sldId id="287" r:id="rId7"/>
    <p:sldId id="288" r:id="rId8"/>
    <p:sldId id="289" r:id="rId9"/>
    <p:sldId id="290" r:id="rId10"/>
    <p:sldId id="291" r:id="rId11"/>
    <p:sldId id="292" r:id="rId12"/>
    <p:sldId id="293" r:id="rId13"/>
    <p:sldId id="294" r:id="rId14"/>
    <p:sldId id="28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1pPr>
    <a:lvl2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2pPr>
    <a:lvl3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3pPr>
    <a:lvl4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4pPr>
    <a:lvl5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5pPr>
    <a:lvl6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6pPr>
    <a:lvl7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7pPr>
    <a:lvl8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8pPr>
    <a:lvl9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86E88-CF2F-4815-A757-DC82FCE09B83}" v="16" dt="2023-05-29T20:37:01.876"/>
    <p1510:client id="{78432FCB-B0B7-4C4E-8B77-CCD0019CD5A3}" v="114" dt="2023-05-30T05:46:27.07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595959"/>
        </a:fontRef>
        <a:srgbClr val="59595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CCA"/>
          </a:solidFill>
        </a:fill>
      </a:tcStyle>
    </a:wholeTbl>
    <a:band2H>
      <a:tcTxStyle/>
      <a:tcStyle>
        <a:tcBdr/>
        <a:fill>
          <a:solidFill>
            <a:srgbClr val="FFF5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595959"/>
        </a:fontRef>
        <a:srgbClr val="59595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0DECB"/>
          </a:solidFill>
        </a:fill>
      </a:tcStyle>
    </a:wholeTbl>
    <a:band2H>
      <a:tcTxStyle/>
      <a:tcStyle>
        <a:tcBdr/>
        <a:fill>
          <a:solidFill>
            <a:srgbClr val="F7EF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595959"/>
        </a:fontRef>
        <a:srgbClr val="59595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ECFCA"/>
          </a:solidFill>
        </a:fill>
      </a:tcStyle>
    </a:wholeTbl>
    <a:band2H>
      <a:tcTxStyle/>
      <a:tcStyle>
        <a:tcBdr/>
        <a:fill>
          <a:solidFill>
            <a:srgbClr val="F6E9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595959"/>
        </a:fontRef>
        <a:srgbClr val="59595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95959"/>
        </a:fontRef>
        <a:srgbClr val="595959"/>
      </a:tcTxStyle>
      <a:tcStyle>
        <a:tcBdr>
          <a:left>
            <a:ln w="12700" cap="flat">
              <a:noFill/>
              <a:miter lim="400000"/>
            </a:ln>
          </a:left>
          <a:right>
            <a:ln w="12700" cap="flat">
              <a:noFill/>
              <a:miter lim="400000"/>
            </a:ln>
          </a:right>
          <a:top>
            <a:ln w="50800" cap="flat">
              <a:solidFill>
                <a:srgbClr val="595959"/>
              </a:solidFill>
              <a:prstDash val="solid"/>
              <a:round/>
            </a:ln>
          </a:top>
          <a:bottom>
            <a:ln w="25400" cap="flat">
              <a:solidFill>
                <a:srgbClr val="595959"/>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95959"/>
              </a:solidFill>
              <a:prstDash val="solid"/>
              <a:round/>
            </a:ln>
          </a:top>
          <a:bottom>
            <a:ln w="25400" cap="flat">
              <a:solidFill>
                <a:srgbClr val="595959"/>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595959"/>
        </a:fontRef>
        <a:srgbClr val="59595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0D0"/>
          </a:solidFill>
        </a:fill>
      </a:tcStyle>
    </a:wholeTbl>
    <a:band2H>
      <a:tcTxStyle/>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95959"/>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95959"/>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95959"/>
          </a:solidFill>
        </a:fill>
      </a:tcStyle>
    </a:firstRow>
  </a:tblStyle>
  <a:tblStyle styleId="{2708684C-4D16-4618-839F-0558EEFCDFE6}" styleName="">
    <a:tblBg/>
    <a:wholeTbl>
      <a:tcTxStyle b="off" i="off">
        <a:fontRef idx="minor">
          <a:srgbClr val="595959"/>
        </a:fontRef>
        <a:srgbClr val="595959"/>
      </a:tcTxStyle>
      <a:tcStyle>
        <a:tcBdr>
          <a:left>
            <a:ln w="12700" cap="flat">
              <a:solidFill>
                <a:srgbClr val="595959"/>
              </a:solidFill>
              <a:prstDash val="solid"/>
              <a:round/>
            </a:ln>
          </a:left>
          <a:right>
            <a:ln w="12700" cap="flat">
              <a:solidFill>
                <a:srgbClr val="595959"/>
              </a:solidFill>
              <a:prstDash val="solid"/>
              <a:round/>
            </a:ln>
          </a:right>
          <a:top>
            <a:ln w="12700" cap="flat">
              <a:solidFill>
                <a:srgbClr val="595959"/>
              </a:solidFill>
              <a:prstDash val="solid"/>
              <a:round/>
            </a:ln>
          </a:top>
          <a:bottom>
            <a:ln w="12700" cap="flat">
              <a:solidFill>
                <a:srgbClr val="595959"/>
              </a:solidFill>
              <a:prstDash val="solid"/>
              <a:round/>
            </a:ln>
          </a:bottom>
          <a:insideH>
            <a:ln w="12700" cap="flat">
              <a:solidFill>
                <a:srgbClr val="595959"/>
              </a:solidFill>
              <a:prstDash val="solid"/>
              <a:round/>
            </a:ln>
          </a:insideH>
          <a:insideV>
            <a:ln w="12700" cap="flat">
              <a:solidFill>
                <a:srgbClr val="595959"/>
              </a:solidFill>
              <a:prstDash val="solid"/>
              <a:round/>
            </a:ln>
          </a:insideV>
        </a:tcBdr>
        <a:fill>
          <a:solidFill>
            <a:srgbClr val="595959">
              <a:alpha val="20000"/>
            </a:srgbClr>
          </a:solidFill>
        </a:fill>
      </a:tcStyle>
    </a:wholeTbl>
    <a:band2H>
      <a:tcTxStyle/>
      <a:tcStyle>
        <a:tcBdr/>
        <a:fill>
          <a:solidFill>
            <a:srgbClr val="FFFFFF"/>
          </a:solidFill>
        </a:fill>
      </a:tcStyle>
    </a:band2H>
    <a:firstCol>
      <a:tcTxStyle b="on" i="off">
        <a:fontRef idx="minor">
          <a:srgbClr val="595959"/>
        </a:fontRef>
        <a:srgbClr val="595959"/>
      </a:tcTxStyle>
      <a:tcStyle>
        <a:tcBdr>
          <a:left>
            <a:ln w="12700" cap="flat">
              <a:solidFill>
                <a:srgbClr val="595959"/>
              </a:solidFill>
              <a:prstDash val="solid"/>
              <a:round/>
            </a:ln>
          </a:left>
          <a:right>
            <a:ln w="12700" cap="flat">
              <a:solidFill>
                <a:srgbClr val="595959"/>
              </a:solidFill>
              <a:prstDash val="solid"/>
              <a:round/>
            </a:ln>
          </a:right>
          <a:top>
            <a:ln w="12700" cap="flat">
              <a:solidFill>
                <a:srgbClr val="595959"/>
              </a:solidFill>
              <a:prstDash val="solid"/>
              <a:round/>
            </a:ln>
          </a:top>
          <a:bottom>
            <a:ln w="12700" cap="flat">
              <a:solidFill>
                <a:srgbClr val="595959"/>
              </a:solidFill>
              <a:prstDash val="solid"/>
              <a:round/>
            </a:ln>
          </a:bottom>
          <a:insideH>
            <a:ln w="12700" cap="flat">
              <a:solidFill>
                <a:srgbClr val="595959"/>
              </a:solidFill>
              <a:prstDash val="solid"/>
              <a:round/>
            </a:ln>
          </a:insideH>
          <a:insideV>
            <a:ln w="12700" cap="flat">
              <a:solidFill>
                <a:srgbClr val="595959"/>
              </a:solidFill>
              <a:prstDash val="solid"/>
              <a:round/>
            </a:ln>
          </a:insideV>
        </a:tcBdr>
        <a:fill>
          <a:solidFill>
            <a:srgbClr val="595959">
              <a:alpha val="20000"/>
            </a:srgbClr>
          </a:solidFill>
        </a:fill>
      </a:tcStyle>
    </a:firstCol>
    <a:lastRow>
      <a:tcTxStyle b="on" i="off">
        <a:fontRef idx="minor">
          <a:srgbClr val="595959"/>
        </a:fontRef>
        <a:srgbClr val="595959"/>
      </a:tcTxStyle>
      <a:tcStyle>
        <a:tcBdr>
          <a:left>
            <a:ln w="12700" cap="flat">
              <a:solidFill>
                <a:srgbClr val="595959"/>
              </a:solidFill>
              <a:prstDash val="solid"/>
              <a:round/>
            </a:ln>
          </a:left>
          <a:right>
            <a:ln w="12700" cap="flat">
              <a:solidFill>
                <a:srgbClr val="595959"/>
              </a:solidFill>
              <a:prstDash val="solid"/>
              <a:round/>
            </a:ln>
          </a:right>
          <a:top>
            <a:ln w="50800" cap="flat">
              <a:solidFill>
                <a:srgbClr val="595959"/>
              </a:solidFill>
              <a:prstDash val="solid"/>
              <a:round/>
            </a:ln>
          </a:top>
          <a:bottom>
            <a:ln w="12700" cap="flat">
              <a:solidFill>
                <a:srgbClr val="595959"/>
              </a:solidFill>
              <a:prstDash val="solid"/>
              <a:round/>
            </a:ln>
          </a:bottom>
          <a:insideH>
            <a:ln w="12700" cap="flat">
              <a:solidFill>
                <a:srgbClr val="595959"/>
              </a:solidFill>
              <a:prstDash val="solid"/>
              <a:round/>
            </a:ln>
          </a:insideH>
          <a:insideV>
            <a:ln w="12700" cap="flat">
              <a:solidFill>
                <a:srgbClr val="595959"/>
              </a:solidFill>
              <a:prstDash val="solid"/>
              <a:round/>
            </a:ln>
          </a:insideV>
        </a:tcBdr>
        <a:fill>
          <a:noFill/>
        </a:fill>
      </a:tcStyle>
    </a:lastRow>
    <a:firstRow>
      <a:tcTxStyle b="on" i="off">
        <a:fontRef idx="minor">
          <a:srgbClr val="595959"/>
        </a:fontRef>
        <a:srgbClr val="595959"/>
      </a:tcTxStyle>
      <a:tcStyle>
        <a:tcBdr>
          <a:left>
            <a:ln w="12700" cap="flat">
              <a:solidFill>
                <a:srgbClr val="595959"/>
              </a:solidFill>
              <a:prstDash val="solid"/>
              <a:round/>
            </a:ln>
          </a:left>
          <a:right>
            <a:ln w="12700" cap="flat">
              <a:solidFill>
                <a:srgbClr val="595959"/>
              </a:solidFill>
              <a:prstDash val="solid"/>
              <a:round/>
            </a:ln>
          </a:right>
          <a:top>
            <a:ln w="12700" cap="flat">
              <a:solidFill>
                <a:srgbClr val="595959"/>
              </a:solidFill>
              <a:prstDash val="solid"/>
              <a:round/>
            </a:ln>
          </a:top>
          <a:bottom>
            <a:ln w="25400" cap="flat">
              <a:solidFill>
                <a:srgbClr val="595959"/>
              </a:solidFill>
              <a:prstDash val="solid"/>
              <a:round/>
            </a:ln>
          </a:bottom>
          <a:insideH>
            <a:ln w="12700" cap="flat">
              <a:solidFill>
                <a:srgbClr val="595959"/>
              </a:solidFill>
              <a:prstDash val="solid"/>
              <a:round/>
            </a:ln>
          </a:insideH>
          <a:insideV>
            <a:ln w="12700" cap="flat">
              <a:solidFill>
                <a:srgbClr val="595959"/>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1" name="Shape 101"/>
          <p:cNvSpPr>
            <a:spLocks noGrp="1" noRot="1" noChangeAspect="1"/>
          </p:cNvSpPr>
          <p:nvPr>
            <p:ph type="sldImg"/>
          </p:nvPr>
        </p:nvSpPr>
        <p:spPr>
          <a:xfrm>
            <a:off x="1143000" y="685800"/>
            <a:ext cx="4572000" cy="3429000"/>
          </a:xfrm>
          <a:prstGeom prst="rect">
            <a:avLst/>
          </a:prstGeom>
        </p:spPr>
        <p:txBody>
          <a:bodyPr/>
          <a:lstStyle/>
          <a:p>
            <a:endParaRPr/>
          </a:p>
        </p:txBody>
      </p:sp>
      <p:sp>
        <p:nvSpPr>
          <p:cNvPr id="102" name="Shape 10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solidFill>
          <a:srgbClr val="595959"/>
        </a:solidFill>
        <a:latin typeface="+mn-lt"/>
        <a:ea typeface="+mn-ea"/>
        <a:cs typeface="+mn-cs"/>
        <a:sym typeface="Calibri"/>
      </a:defRPr>
    </a:lvl1pPr>
    <a:lvl2pPr indent="228600" defTabSz="457200" latinLnBrk="0">
      <a:defRPr sz="1200">
        <a:solidFill>
          <a:srgbClr val="595959"/>
        </a:solidFill>
        <a:latin typeface="+mn-lt"/>
        <a:ea typeface="+mn-ea"/>
        <a:cs typeface="+mn-cs"/>
        <a:sym typeface="Calibri"/>
      </a:defRPr>
    </a:lvl2pPr>
    <a:lvl3pPr indent="457200" defTabSz="457200" latinLnBrk="0">
      <a:defRPr sz="1200">
        <a:solidFill>
          <a:srgbClr val="595959"/>
        </a:solidFill>
        <a:latin typeface="+mn-lt"/>
        <a:ea typeface="+mn-ea"/>
        <a:cs typeface="+mn-cs"/>
        <a:sym typeface="Calibri"/>
      </a:defRPr>
    </a:lvl3pPr>
    <a:lvl4pPr indent="685800" defTabSz="457200" latinLnBrk="0">
      <a:defRPr sz="1200">
        <a:solidFill>
          <a:srgbClr val="595959"/>
        </a:solidFill>
        <a:latin typeface="+mn-lt"/>
        <a:ea typeface="+mn-ea"/>
        <a:cs typeface="+mn-cs"/>
        <a:sym typeface="Calibri"/>
      </a:defRPr>
    </a:lvl4pPr>
    <a:lvl5pPr indent="914400" defTabSz="457200" latinLnBrk="0">
      <a:defRPr sz="1200">
        <a:solidFill>
          <a:srgbClr val="595959"/>
        </a:solidFill>
        <a:latin typeface="+mn-lt"/>
        <a:ea typeface="+mn-ea"/>
        <a:cs typeface="+mn-cs"/>
        <a:sym typeface="Calibri"/>
      </a:defRPr>
    </a:lvl5pPr>
    <a:lvl6pPr indent="1143000" defTabSz="457200" latinLnBrk="0">
      <a:defRPr sz="1200">
        <a:solidFill>
          <a:srgbClr val="595959"/>
        </a:solidFill>
        <a:latin typeface="+mn-lt"/>
        <a:ea typeface="+mn-ea"/>
        <a:cs typeface="+mn-cs"/>
        <a:sym typeface="Calibri"/>
      </a:defRPr>
    </a:lvl6pPr>
    <a:lvl7pPr indent="1371600" defTabSz="457200" latinLnBrk="0">
      <a:defRPr sz="1200">
        <a:solidFill>
          <a:srgbClr val="595959"/>
        </a:solidFill>
        <a:latin typeface="+mn-lt"/>
        <a:ea typeface="+mn-ea"/>
        <a:cs typeface="+mn-cs"/>
        <a:sym typeface="Calibri"/>
      </a:defRPr>
    </a:lvl7pPr>
    <a:lvl8pPr indent="1600200" defTabSz="457200" latinLnBrk="0">
      <a:defRPr sz="1200">
        <a:solidFill>
          <a:srgbClr val="595959"/>
        </a:solidFill>
        <a:latin typeface="+mn-lt"/>
        <a:ea typeface="+mn-ea"/>
        <a:cs typeface="+mn-cs"/>
        <a:sym typeface="Calibri"/>
      </a:defRPr>
    </a:lvl8pPr>
    <a:lvl9pPr indent="1828800" defTabSz="457200" latinLnBrk="0">
      <a:defRPr sz="1200">
        <a:solidFill>
          <a:srgbClr val="595959"/>
        </a:solidFill>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Encabezado de sección">
    <p:spTree>
      <p:nvGrpSpPr>
        <p:cNvPr id="1" name=""/>
        <p:cNvGrpSpPr/>
        <p:nvPr/>
      </p:nvGrpSpPr>
      <p:grpSpPr>
        <a:xfrm>
          <a:off x="0" y="0"/>
          <a:ext cx="0" cy="0"/>
          <a:chOff x="0" y="0"/>
          <a:chExt cx="0" cy="0"/>
        </a:xfrm>
      </p:grpSpPr>
      <p:sp>
        <p:nvSpPr>
          <p:cNvPr id="29" name="Texto del título"/>
          <p:cNvSpPr txBox="1">
            <a:spLocks noGrp="1"/>
          </p:cNvSpPr>
          <p:nvPr>
            <p:ph type="title"/>
          </p:nvPr>
        </p:nvSpPr>
        <p:spPr>
          <a:xfrm>
            <a:off x="831850" y="1709738"/>
            <a:ext cx="10515600" cy="2852737"/>
          </a:xfrm>
          <a:prstGeom prst="rect">
            <a:avLst/>
          </a:prstGeom>
        </p:spPr>
        <p:txBody>
          <a:bodyPr anchor="b"/>
          <a:lstStyle>
            <a:lvl1pPr>
              <a:defRPr sz="6000">
                <a:solidFill>
                  <a:srgbClr val="595959"/>
                </a:solidFill>
                <a:latin typeface="+mn-lt"/>
                <a:ea typeface="+mn-ea"/>
                <a:cs typeface="+mn-cs"/>
                <a:sym typeface="Calibri"/>
              </a:defRPr>
            </a:lvl1pPr>
          </a:lstStyle>
          <a:p>
            <a:r>
              <a:t>Texto del título</a:t>
            </a:r>
          </a:p>
        </p:txBody>
      </p:sp>
      <p:sp>
        <p:nvSpPr>
          <p:cNvPr id="30" name="Nivel de texto 1…"/>
          <p:cNvSpPr txBox="1">
            <a:spLocks noGrp="1"/>
          </p:cNvSpPr>
          <p:nvPr>
            <p:ph type="body" sz="quarter" idx="1"/>
          </p:nvPr>
        </p:nvSpPr>
        <p:spPr>
          <a:xfrm>
            <a:off x="831850" y="4589462"/>
            <a:ext cx="10515600" cy="1500189"/>
          </a:xfrm>
          <a:prstGeom prst="rect">
            <a:avLst/>
          </a:prstGeom>
        </p:spPr>
        <p:txBody>
          <a:bodyPr/>
          <a:lstStyle>
            <a:lvl1pPr marL="0" indent="0">
              <a:buSzTx/>
              <a:buFontTx/>
              <a:buNone/>
              <a:defRPr sz="2400">
                <a:solidFill>
                  <a:srgbClr val="999999"/>
                </a:solidFill>
              </a:defRPr>
            </a:lvl1pPr>
            <a:lvl2pPr marL="0" indent="0">
              <a:buSzTx/>
              <a:buFontTx/>
              <a:buNone/>
              <a:defRPr sz="2400">
                <a:solidFill>
                  <a:srgbClr val="999999"/>
                </a:solidFill>
              </a:defRPr>
            </a:lvl2pPr>
            <a:lvl3pPr marL="0" indent="0">
              <a:buSzTx/>
              <a:buFontTx/>
              <a:buNone/>
              <a:defRPr sz="2400">
                <a:solidFill>
                  <a:srgbClr val="999999"/>
                </a:solidFill>
              </a:defRPr>
            </a:lvl3pPr>
            <a:lvl4pPr marL="0" indent="0">
              <a:buSzTx/>
              <a:buFontTx/>
              <a:buNone/>
              <a:defRPr sz="2400">
                <a:solidFill>
                  <a:srgbClr val="999999"/>
                </a:solidFill>
              </a:defRPr>
            </a:lvl4pPr>
            <a:lvl5pPr marL="0" indent="0">
              <a:buSzTx/>
              <a:buFontTx/>
              <a:buNone/>
              <a:defRPr sz="2400">
                <a:solidFill>
                  <a:srgbClr val="999999"/>
                </a:solidFill>
              </a:defRPr>
            </a:lvl5pPr>
          </a:lstStyle>
          <a:p>
            <a:r>
              <a:t>Nivel de texto 1</a:t>
            </a:r>
          </a:p>
          <a:p>
            <a:pPr lvl="1"/>
            <a:r>
              <a:t>Nivel de texto 2</a:t>
            </a:r>
          </a:p>
          <a:p>
            <a:pPr lvl="2"/>
            <a:r>
              <a:t>Nivel de texto 3</a:t>
            </a:r>
          </a:p>
          <a:p>
            <a:pPr lvl="3"/>
            <a:r>
              <a:t>Nivel de texto 4</a:t>
            </a:r>
          </a:p>
          <a:p>
            <a:pPr lvl="4"/>
            <a:r>
              <a:t>Nivel de texto 5</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os objetos">
    <p:spTree>
      <p:nvGrpSpPr>
        <p:cNvPr id="1" name=""/>
        <p:cNvGrpSpPr/>
        <p:nvPr/>
      </p:nvGrpSpPr>
      <p:grpSpPr>
        <a:xfrm>
          <a:off x="0" y="0"/>
          <a:ext cx="0" cy="0"/>
          <a:chOff x="0" y="0"/>
          <a:chExt cx="0" cy="0"/>
        </a:xfrm>
      </p:grpSpPr>
      <p:sp>
        <p:nvSpPr>
          <p:cNvPr id="38" name="Texto del título"/>
          <p:cNvSpPr txBox="1">
            <a:spLocks noGrp="1"/>
          </p:cNvSpPr>
          <p:nvPr>
            <p:ph type="title"/>
          </p:nvPr>
        </p:nvSpPr>
        <p:spPr>
          <a:prstGeom prst="rect">
            <a:avLst/>
          </a:prstGeom>
        </p:spPr>
        <p:txBody>
          <a:bodyPr/>
          <a:lstStyle/>
          <a:p>
            <a:r>
              <a:t>Texto del título</a:t>
            </a:r>
          </a:p>
        </p:txBody>
      </p:sp>
      <p:sp>
        <p:nvSpPr>
          <p:cNvPr id="39" name="Nivel de texto 1…"/>
          <p:cNvSpPr txBox="1">
            <a:spLocks noGrp="1"/>
          </p:cNvSpPr>
          <p:nvPr>
            <p:ph type="body" sz="half" idx="1"/>
          </p:nvPr>
        </p:nvSpPr>
        <p:spPr>
          <a:xfrm>
            <a:off x="838200" y="1825625"/>
            <a:ext cx="5181600" cy="4351338"/>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4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ación">
    <p:spTree>
      <p:nvGrpSpPr>
        <p:cNvPr id="1" name=""/>
        <p:cNvGrpSpPr/>
        <p:nvPr/>
      </p:nvGrpSpPr>
      <p:grpSpPr>
        <a:xfrm>
          <a:off x="0" y="0"/>
          <a:ext cx="0" cy="0"/>
          <a:chOff x="0" y="0"/>
          <a:chExt cx="0" cy="0"/>
        </a:xfrm>
      </p:grpSpPr>
      <p:sp>
        <p:nvSpPr>
          <p:cNvPr id="47" name="Texto del título"/>
          <p:cNvSpPr txBox="1">
            <a:spLocks noGrp="1"/>
          </p:cNvSpPr>
          <p:nvPr>
            <p:ph type="title"/>
          </p:nvPr>
        </p:nvSpPr>
        <p:spPr>
          <a:xfrm>
            <a:off x="839787" y="365125"/>
            <a:ext cx="10515601" cy="1325563"/>
          </a:xfrm>
          <a:prstGeom prst="rect">
            <a:avLst/>
          </a:prstGeom>
        </p:spPr>
        <p:txBody>
          <a:bodyPr/>
          <a:lstStyle/>
          <a:p>
            <a:r>
              <a:t>Texto del título</a:t>
            </a:r>
          </a:p>
        </p:txBody>
      </p:sp>
      <p:sp>
        <p:nvSpPr>
          <p:cNvPr id="48" name="Nivel de texto 1…"/>
          <p:cNvSpPr txBox="1">
            <a:spLocks noGrp="1"/>
          </p:cNvSpPr>
          <p:nvPr>
            <p:ph type="body" sz="quarter" idx="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Nivel de texto 1</a:t>
            </a:r>
          </a:p>
          <a:p>
            <a:pPr lvl="1"/>
            <a:r>
              <a:t>Nivel de texto 2</a:t>
            </a:r>
          </a:p>
          <a:p>
            <a:pPr lvl="2"/>
            <a:r>
              <a:t>Nivel de texto 3</a:t>
            </a:r>
          </a:p>
          <a:p>
            <a:pPr lvl="3"/>
            <a:r>
              <a:t>Nivel de texto 4</a:t>
            </a:r>
          </a:p>
          <a:p>
            <a:pPr lvl="4"/>
            <a:r>
              <a:t>Nivel de texto 5</a:t>
            </a:r>
          </a:p>
        </p:txBody>
      </p:sp>
      <p:sp>
        <p:nvSpPr>
          <p:cNvPr id="49" name="Text Placeholder 4"/>
          <p:cNvSpPr>
            <a:spLocks noGrp="1"/>
          </p:cNvSpPr>
          <p:nvPr>
            <p:ph type="body" sz="quarter" idx="21"/>
          </p:nvPr>
        </p:nvSpPr>
        <p:spPr>
          <a:xfrm>
            <a:off x="6172200" y="1681163"/>
            <a:ext cx="5183188" cy="823914"/>
          </a:xfrm>
          <a:prstGeom prst="rect">
            <a:avLst/>
          </a:prstGeom>
        </p:spPr>
        <p:txBody>
          <a:bodyPr anchor="b"/>
          <a:lstStyle/>
          <a:p>
            <a:endParaRPr/>
          </a:p>
        </p:txBody>
      </p:sp>
      <p:sp>
        <p:nvSpPr>
          <p:cNvPr id="5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6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ntenido con título">
    <p:spTree>
      <p:nvGrpSpPr>
        <p:cNvPr id="1" name=""/>
        <p:cNvGrpSpPr/>
        <p:nvPr/>
      </p:nvGrpSpPr>
      <p:grpSpPr>
        <a:xfrm>
          <a:off x="0" y="0"/>
          <a:ext cx="0" cy="0"/>
          <a:chOff x="0" y="0"/>
          <a:chExt cx="0" cy="0"/>
        </a:xfrm>
      </p:grpSpPr>
      <p:sp>
        <p:nvSpPr>
          <p:cNvPr id="72" name="Texto del título"/>
          <p:cNvSpPr txBox="1">
            <a:spLocks noGrp="1"/>
          </p:cNvSpPr>
          <p:nvPr>
            <p:ph type="title"/>
          </p:nvPr>
        </p:nvSpPr>
        <p:spPr>
          <a:xfrm>
            <a:off x="839787" y="457200"/>
            <a:ext cx="3932240" cy="1600200"/>
          </a:xfrm>
          <a:prstGeom prst="rect">
            <a:avLst/>
          </a:prstGeom>
        </p:spPr>
        <p:txBody>
          <a:bodyPr anchor="b"/>
          <a:lstStyle>
            <a:lvl1pPr>
              <a:defRPr sz="3200">
                <a:solidFill>
                  <a:srgbClr val="595959"/>
                </a:solidFill>
                <a:latin typeface="+mn-lt"/>
                <a:ea typeface="+mn-ea"/>
                <a:cs typeface="+mn-cs"/>
                <a:sym typeface="Calibri"/>
              </a:defRPr>
            </a:lvl1pPr>
          </a:lstStyle>
          <a:p>
            <a:r>
              <a:t>Texto del título</a:t>
            </a:r>
          </a:p>
        </p:txBody>
      </p:sp>
      <p:sp>
        <p:nvSpPr>
          <p:cNvPr id="73" name="Nivel de texto 1…"/>
          <p:cNvSpPr txBox="1">
            <a:spLocks noGrp="1"/>
          </p:cNvSpPr>
          <p:nvPr>
            <p:ph type="body" sz="half" idx="1"/>
          </p:nvPr>
        </p:nvSpPr>
        <p:spPr>
          <a:xfrm>
            <a:off x="5183187" y="987425"/>
            <a:ext cx="6172202"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Nivel de texto 1</a:t>
            </a:r>
          </a:p>
          <a:p>
            <a:pPr lvl="1"/>
            <a:r>
              <a:t>Nivel de texto 2</a:t>
            </a:r>
          </a:p>
          <a:p>
            <a:pPr lvl="2"/>
            <a:r>
              <a:t>Nivel de texto 3</a:t>
            </a:r>
          </a:p>
          <a:p>
            <a:pPr lvl="3"/>
            <a:r>
              <a:t>Nivel de texto 4</a:t>
            </a:r>
          </a:p>
          <a:p>
            <a:pPr lvl="4"/>
            <a:r>
              <a:t>Nivel de texto 5</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endParaRPr/>
          </a:p>
        </p:txBody>
      </p:sp>
      <p:sp>
        <p:nvSpPr>
          <p:cNvPr id="7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Imagen con título">
    <p:spTree>
      <p:nvGrpSpPr>
        <p:cNvPr id="1" name=""/>
        <p:cNvGrpSpPr/>
        <p:nvPr/>
      </p:nvGrpSpPr>
      <p:grpSpPr>
        <a:xfrm>
          <a:off x="0" y="0"/>
          <a:ext cx="0" cy="0"/>
          <a:chOff x="0" y="0"/>
          <a:chExt cx="0" cy="0"/>
        </a:xfrm>
      </p:grpSpPr>
      <p:sp>
        <p:nvSpPr>
          <p:cNvPr id="82" name="Texto del título"/>
          <p:cNvSpPr txBox="1">
            <a:spLocks noGrp="1"/>
          </p:cNvSpPr>
          <p:nvPr>
            <p:ph type="title"/>
          </p:nvPr>
        </p:nvSpPr>
        <p:spPr>
          <a:xfrm>
            <a:off x="839787" y="457200"/>
            <a:ext cx="3932240" cy="1600200"/>
          </a:xfrm>
          <a:prstGeom prst="rect">
            <a:avLst/>
          </a:prstGeom>
        </p:spPr>
        <p:txBody>
          <a:bodyPr anchor="b"/>
          <a:lstStyle>
            <a:lvl1pPr>
              <a:defRPr sz="3200">
                <a:solidFill>
                  <a:srgbClr val="595959"/>
                </a:solidFill>
                <a:latin typeface="+mn-lt"/>
                <a:ea typeface="+mn-ea"/>
                <a:cs typeface="+mn-cs"/>
                <a:sym typeface="Calibri"/>
              </a:defRPr>
            </a:lvl1pPr>
          </a:lstStyle>
          <a:p>
            <a:r>
              <a:t>Texto del título</a:t>
            </a:r>
          </a:p>
        </p:txBody>
      </p:sp>
      <p:sp>
        <p:nvSpPr>
          <p:cNvPr id="83" name="Picture Placeholder 2"/>
          <p:cNvSpPr>
            <a:spLocks noGrp="1"/>
          </p:cNvSpPr>
          <p:nvPr>
            <p:ph type="pic" sz="half" idx="21"/>
          </p:nvPr>
        </p:nvSpPr>
        <p:spPr>
          <a:xfrm>
            <a:off x="5183187" y="987425"/>
            <a:ext cx="6172202" cy="4873625"/>
          </a:xfrm>
          <a:prstGeom prst="rect">
            <a:avLst/>
          </a:prstGeom>
        </p:spPr>
        <p:txBody>
          <a:bodyPr lIns="91439" tIns="45719" rIns="91439" bIns="45719">
            <a:noAutofit/>
          </a:bodyPr>
          <a:lstStyle/>
          <a:p>
            <a:endParaRPr/>
          </a:p>
        </p:txBody>
      </p:sp>
      <p:sp>
        <p:nvSpPr>
          <p:cNvPr id="84" name="Nivel de texto 1…"/>
          <p:cNvSpPr txBox="1">
            <a:spLocks noGrp="1"/>
          </p:cNvSpPr>
          <p:nvPr>
            <p:ph type="body" sz="quarter" idx="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Nivel de texto 1</a:t>
            </a:r>
          </a:p>
          <a:p>
            <a:pPr lvl="1"/>
            <a:r>
              <a:t>Nivel de texto 2</a:t>
            </a:r>
          </a:p>
          <a:p>
            <a:pPr lvl="2"/>
            <a:r>
              <a:t>Nivel de texto 3</a:t>
            </a:r>
          </a:p>
          <a:p>
            <a:pPr lvl="3"/>
            <a:r>
              <a:t>Nivel de texto 4</a:t>
            </a:r>
          </a:p>
          <a:p>
            <a:pPr lvl="4"/>
            <a:r>
              <a:t>Nivel de texto 5</a:t>
            </a:r>
          </a:p>
        </p:txBody>
      </p:sp>
      <p:sp>
        <p:nvSpPr>
          <p:cNvPr id="8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1_Encabezado de sección">
    <p:spTree>
      <p:nvGrpSpPr>
        <p:cNvPr id="1" name=""/>
        <p:cNvGrpSpPr/>
        <p:nvPr/>
      </p:nvGrpSpPr>
      <p:grpSpPr>
        <a:xfrm>
          <a:off x="0" y="0"/>
          <a:ext cx="0" cy="0"/>
          <a:chOff x="0" y="0"/>
          <a:chExt cx="0" cy="0"/>
        </a:xfrm>
      </p:grpSpPr>
      <p:sp>
        <p:nvSpPr>
          <p:cNvPr id="92" name="Título de la Exposición"/>
          <p:cNvSpPr txBox="1">
            <a:spLocks noGrp="1"/>
          </p:cNvSpPr>
          <p:nvPr>
            <p:ph type="title" hasCustomPrompt="1"/>
          </p:nvPr>
        </p:nvSpPr>
        <p:spPr>
          <a:xfrm>
            <a:off x="2799008" y="4778061"/>
            <a:ext cx="8994910" cy="914402"/>
          </a:xfrm>
          <a:prstGeom prst="rect">
            <a:avLst/>
          </a:prstGeom>
        </p:spPr>
        <p:txBody>
          <a:bodyPr/>
          <a:lstStyle>
            <a:lvl1pPr algn="ctr">
              <a:defRPr sz="4500" b="1"/>
            </a:lvl1pPr>
          </a:lstStyle>
          <a:p>
            <a:r>
              <a:t>Título de la Exposición</a:t>
            </a:r>
          </a:p>
        </p:txBody>
      </p:sp>
      <p:sp>
        <p:nvSpPr>
          <p:cNvPr id="93" name="Nivel de texto 1…"/>
          <p:cNvSpPr txBox="1">
            <a:spLocks noGrp="1"/>
          </p:cNvSpPr>
          <p:nvPr>
            <p:ph type="body" sz="quarter" idx="1" hasCustomPrompt="1"/>
          </p:nvPr>
        </p:nvSpPr>
        <p:spPr>
          <a:xfrm>
            <a:off x="2799007" y="4098709"/>
            <a:ext cx="8994911" cy="521581"/>
          </a:xfrm>
          <a:prstGeom prst="rect">
            <a:avLst/>
          </a:prstGeom>
        </p:spPr>
        <p:txBody>
          <a:bodyPr/>
          <a:lstStyle>
            <a:lvl1pPr marL="0" indent="0">
              <a:buSzTx/>
              <a:buFontTx/>
              <a:buNone/>
              <a:defRPr sz="2400" b="1">
                <a:solidFill>
                  <a:srgbClr val="F0B52A"/>
                </a:solidFill>
                <a:latin typeface="Arial"/>
                <a:ea typeface="Arial"/>
                <a:cs typeface="Arial"/>
                <a:sym typeface="Arial"/>
              </a:defRPr>
            </a:lvl1pPr>
            <a:lvl2pPr marL="685800" indent="-228600">
              <a:buFontTx/>
              <a:defRPr sz="2400" b="1">
                <a:solidFill>
                  <a:srgbClr val="F0B52A"/>
                </a:solidFill>
                <a:latin typeface="Arial"/>
                <a:ea typeface="Arial"/>
                <a:cs typeface="Arial"/>
                <a:sym typeface="Arial"/>
              </a:defRPr>
            </a:lvl2pPr>
            <a:lvl3pPr marL="1188719" indent="-274319">
              <a:buFontTx/>
              <a:defRPr sz="2400" b="1">
                <a:solidFill>
                  <a:srgbClr val="F0B52A"/>
                </a:solidFill>
                <a:latin typeface="Arial"/>
                <a:ea typeface="Arial"/>
                <a:cs typeface="Arial"/>
                <a:sym typeface="Arial"/>
              </a:defRPr>
            </a:lvl3pPr>
            <a:lvl4pPr marL="1676400" indent="-304800">
              <a:buFontTx/>
              <a:defRPr sz="2400" b="1">
                <a:solidFill>
                  <a:srgbClr val="F0B52A"/>
                </a:solidFill>
                <a:latin typeface="Arial"/>
                <a:ea typeface="Arial"/>
                <a:cs typeface="Arial"/>
                <a:sym typeface="Arial"/>
              </a:defRPr>
            </a:lvl4pPr>
            <a:lvl5pPr marL="2133600" indent="-304800">
              <a:buFontTx/>
              <a:defRPr sz="2400" b="1">
                <a:solidFill>
                  <a:srgbClr val="F0B52A"/>
                </a:solidFill>
                <a:latin typeface="Arial"/>
                <a:ea typeface="Arial"/>
                <a:cs typeface="Arial"/>
                <a:sym typeface="Arial"/>
              </a:defRPr>
            </a:lvl5pPr>
          </a:lstStyle>
          <a:p>
            <a:r>
              <a:t>Unidad/Zona/grupo o equipo funcional</a:t>
            </a:r>
          </a:p>
          <a:p>
            <a:pPr lvl="1"/>
            <a:endParaRPr/>
          </a:p>
          <a:p>
            <a:pPr lvl="2"/>
            <a:endParaRPr/>
          </a:p>
          <a:p>
            <a:pPr lvl="3"/>
            <a:endParaRPr/>
          </a:p>
          <a:p>
            <a:pPr lvl="4"/>
            <a:endParaRPr/>
          </a:p>
        </p:txBody>
      </p:sp>
      <p:sp>
        <p:nvSpPr>
          <p:cNvPr id="94" name="Text Placeholder 2"/>
          <p:cNvSpPr>
            <a:spLocks noGrp="1"/>
          </p:cNvSpPr>
          <p:nvPr>
            <p:ph type="body" sz="quarter" idx="21" hasCustomPrompt="1"/>
          </p:nvPr>
        </p:nvSpPr>
        <p:spPr>
          <a:xfrm>
            <a:off x="4464677" y="6382124"/>
            <a:ext cx="7329242" cy="369648"/>
          </a:xfrm>
          <a:prstGeom prst="rect">
            <a:avLst/>
          </a:prstGeom>
        </p:spPr>
        <p:txBody>
          <a:bodyPr/>
          <a:lstStyle>
            <a:lvl1pPr marL="0" indent="0" algn="r">
              <a:spcBef>
                <a:spcPts val="400"/>
              </a:spcBef>
              <a:buSzTx/>
              <a:buFontTx/>
              <a:buNone/>
              <a:defRPr sz="1800" b="1" i="1">
                <a:solidFill>
                  <a:srgbClr val="F2B80D"/>
                </a:solidFill>
                <a:latin typeface="Arial"/>
                <a:ea typeface="Arial"/>
                <a:cs typeface="Arial"/>
                <a:sym typeface="Arial"/>
              </a:defRPr>
            </a:lvl1pPr>
          </a:lstStyle>
          <a:p>
            <a:r>
              <a:t>Lugar y fecha de la exposición</a:t>
            </a:r>
          </a:p>
        </p:txBody>
      </p:sp>
      <p:sp>
        <p:nvSpPr>
          <p:cNvPr id="95" name="Número de diapositiva"/>
          <p:cNvSpPr txBox="1">
            <a:spLocks noGrp="1"/>
          </p:cNvSpPr>
          <p:nvPr>
            <p:ph type="sldNum" sz="quarter" idx="2"/>
          </p:nvPr>
        </p:nvSpPr>
        <p:spPr>
          <a:xfrm>
            <a:off x="8478978" y="6232198"/>
            <a:ext cx="258623" cy="248304"/>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18711BF-8AC1-4926-9E62-3D953A1A2E37}" type="datetimeFigureOut">
              <a:rPr lang="es-CO" smtClean="0"/>
              <a:t>5/12/2023</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F909831E-921F-4CA1-A141-9CA1D575D701}" type="slidenum">
              <a:rPr lang="es-CO" smtClean="0"/>
              <a:t>‹Nº›</a:t>
            </a:fld>
            <a:endParaRPr lang="es-CO"/>
          </a:p>
        </p:txBody>
      </p:sp>
    </p:spTree>
    <p:extLst>
      <p:ext uri="{BB962C8B-B14F-4D97-AF65-F5344CB8AC3E}">
        <p14:creationId xmlns:p14="http://schemas.microsoft.com/office/powerpoint/2010/main" val="1877434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0"/>
          <a:srcRect/>
          <a:stretch>
            <a:fillRect/>
          </a:stretch>
        </a:blipFill>
        <a:effectLst/>
      </p:bgPr>
    </p:bg>
    <p:spTree>
      <p:nvGrpSpPr>
        <p:cNvPr id="1" name=""/>
        <p:cNvGrpSpPr/>
        <p:nvPr/>
      </p:nvGrpSpPr>
      <p:grpSpPr>
        <a:xfrm>
          <a:off x="0" y="0"/>
          <a:ext cx="0" cy="0"/>
          <a:chOff x="0" y="0"/>
          <a:chExt cx="0" cy="0"/>
        </a:xfrm>
      </p:grpSpPr>
      <p:sp>
        <p:nvSpPr>
          <p:cNvPr id="2" name="Texto del título"/>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normAutofit/>
          </a:bodyPr>
          <a:lstStyle/>
          <a:p>
            <a:r>
              <a:t>Texto del título</a:t>
            </a:r>
          </a:p>
        </p:txBody>
      </p:sp>
      <p:sp>
        <p:nvSpPr>
          <p:cNvPr id="3" name="Nivel de texto 1…"/>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txBox="1">
            <a:spLocks noGrp="1"/>
          </p:cNvSpPr>
          <p:nvPr>
            <p:ph type="sldNum" sz="quarter" idx="2"/>
          </p:nvPr>
        </p:nvSpPr>
        <p:spPr>
          <a:xfrm>
            <a:off x="11095178" y="6414761"/>
            <a:ext cx="258623" cy="248303"/>
          </a:xfrm>
          <a:prstGeom prst="rect">
            <a:avLst/>
          </a:prstGeom>
          <a:ln w="12700">
            <a:miter lim="400000"/>
          </a:ln>
        </p:spPr>
        <p:txBody>
          <a:bodyPr wrap="none" lIns="45718" tIns="45718" rIns="45718" bIns="45718" anchor="ctr">
            <a:spAutoFit/>
          </a:bodyPr>
          <a:lstStyle>
            <a:lvl1pPr algn="r">
              <a:defRPr sz="1200">
                <a:solidFill>
                  <a:srgbClr val="999999"/>
                </a:solidFill>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5" r:id="rId4"/>
    <p:sldLayoutId id="2147483656" r:id="rId5"/>
    <p:sldLayoutId id="2147483657" r:id="rId6"/>
    <p:sldLayoutId id="2147483658" r:id="rId7"/>
    <p:sldLayoutId id="2147483659" r:id="rId8"/>
  </p:sldLayoutIdLst>
  <p:transition spd="med"/>
  <p:txStyles>
    <p:titleStyle>
      <a:lvl1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1pPr>
      <a:lvl2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2pPr>
      <a:lvl3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3pPr>
      <a:lvl4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4pPr>
      <a:lvl5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5pPr>
      <a:lvl6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6pPr>
      <a:lvl7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7pPr>
      <a:lvl8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8pPr>
      <a:lvl9pPr marL="0" marR="0" indent="0" algn="l" defTabSz="914400" rtl="0" latinLnBrk="0">
        <a:lnSpc>
          <a:spcPct val="90000"/>
        </a:lnSpc>
        <a:spcBef>
          <a:spcPts val="0"/>
        </a:spcBef>
        <a:spcAft>
          <a:spcPts val="0"/>
        </a:spcAft>
        <a:buClrTx/>
        <a:buSzTx/>
        <a:buFontTx/>
        <a:buNone/>
        <a:tabLst/>
        <a:defRPr sz="2800" b="0" i="0" u="none" strike="noStrike" cap="none" spc="0" baseline="0">
          <a:solidFill>
            <a:srgbClr val="FFFFFF"/>
          </a:solidFill>
          <a:uFillTx/>
          <a:latin typeface="Arial"/>
          <a:ea typeface="Arial"/>
          <a:cs typeface="Arial"/>
          <a:sym typeface="Arial"/>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2pPr>
      <a:lvl3pPr marL="1234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595959"/>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4" name="PresentacionUNAD-1-.jpg" descr="PresentacionUNAD-1-.jpg"/>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105" name="Título 1"/>
          <p:cNvSpPr txBox="1">
            <a:spLocks noGrp="1"/>
          </p:cNvSpPr>
          <p:nvPr>
            <p:ph type="title"/>
          </p:nvPr>
        </p:nvSpPr>
        <p:spPr>
          <a:xfrm>
            <a:off x="726749" y="2451506"/>
            <a:ext cx="6810841" cy="825665"/>
          </a:xfrm>
          <a:prstGeom prst="rect">
            <a:avLst/>
          </a:prstGeom>
        </p:spPr>
        <p:txBody>
          <a:bodyPr>
            <a:normAutofit/>
          </a:bodyPr>
          <a:lstStyle>
            <a:lvl1pPr algn="l">
              <a:lnSpc>
                <a:spcPct val="80000"/>
              </a:lnSpc>
              <a:defRPr sz="7100">
                <a:solidFill>
                  <a:srgbClr val="535353"/>
                </a:solidFill>
              </a:defRPr>
            </a:lvl1pPr>
          </a:lstStyle>
          <a:p>
            <a:r>
              <a:rPr lang="es-ES" sz="4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cs typeface="Verdana" panose="020B0604030504040204" pitchFamily="34" charset="0"/>
              </a:rPr>
              <a:t>Proyecto de grado</a:t>
            </a:r>
            <a:endParaRPr sz="4000" dirty="0"/>
          </a:p>
        </p:txBody>
      </p:sp>
      <p:sp>
        <p:nvSpPr>
          <p:cNvPr id="106" name="Marcador de texto 3"/>
          <p:cNvSpPr txBox="1">
            <a:spLocks noGrp="1"/>
          </p:cNvSpPr>
          <p:nvPr>
            <p:ph type="body" sz="quarter" idx="1"/>
          </p:nvPr>
        </p:nvSpPr>
        <p:spPr>
          <a:xfrm>
            <a:off x="296964" y="1981043"/>
            <a:ext cx="6005514" cy="1035125"/>
          </a:xfrm>
          <a:prstGeom prst="rect">
            <a:avLst/>
          </a:prstGeom>
        </p:spPr>
        <p:txBody>
          <a:bodyPr>
            <a:normAutofit/>
          </a:bodyPr>
          <a:lstStyle>
            <a:lvl1pPr>
              <a:defRPr>
                <a:solidFill>
                  <a:srgbClr val="E9A355"/>
                </a:solidFill>
              </a:defRPr>
            </a:lvl1pPr>
          </a:lstStyle>
          <a:p>
            <a:pPr algn="ctr"/>
            <a:r>
              <a:rPr lang="es-ES" dirty="0"/>
              <a:t>Fase 5 - Sustentación del proyecto</a:t>
            </a:r>
          </a:p>
        </p:txBody>
      </p:sp>
      <p:sp>
        <p:nvSpPr>
          <p:cNvPr id="107" name="Marcador de texto 4"/>
          <p:cNvSpPr>
            <a:spLocks noGrp="1"/>
          </p:cNvSpPr>
          <p:nvPr>
            <p:ph type="body" idx="21"/>
          </p:nvPr>
        </p:nvSpPr>
        <p:spPr>
          <a:xfrm>
            <a:off x="726748" y="3737400"/>
            <a:ext cx="6145999" cy="125981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lvl1pPr algn="l">
              <a:spcBef>
                <a:spcPts val="300"/>
              </a:spcBef>
              <a:defRPr sz="1600">
                <a:solidFill>
                  <a:srgbClr val="535353"/>
                </a:solidFill>
              </a:defRPr>
            </a:lvl1pPr>
          </a:lstStyle>
          <a:p>
            <a:r>
              <a:rPr lang="es-CO" dirty="0"/>
              <a:t>Yony Alexander Sánchez Marín -  Sergio Andrés Gómez Mejía</a:t>
            </a:r>
          </a:p>
          <a:p>
            <a:endParaRPr lang="es-CO" dirty="0"/>
          </a:p>
          <a:p>
            <a:r>
              <a:rPr lang="es-CO" dirty="0" err="1"/>
              <a:t>Codigo</a:t>
            </a:r>
            <a:r>
              <a:rPr lang="es-CO" dirty="0"/>
              <a:t>: 202016907_9</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104"/>
                                        </p:tgtEl>
                                        <p:attrNameLst>
                                          <p:attrName>style.visibility</p:attrName>
                                        </p:attrNameLst>
                                      </p:cBhvr>
                                      <p:to>
                                        <p:strVal val="visible"/>
                                      </p:to>
                                    </p:set>
                                    <p:animEffect transition="in" filter="fade">
                                      <p:cBhvr>
                                        <p:cTn id="7" dur="500"/>
                                        <p:tgtEl>
                                          <p:spTgt spid="104"/>
                                        </p:tgtEl>
                                      </p:cBhvr>
                                    </p:animEffect>
                                  </p:childTnLst>
                                </p:cTn>
                              </p:par>
                            </p:childTnLst>
                          </p:cTn>
                        </p:par>
                        <p:par>
                          <p:cTn id="8" fill="hold">
                            <p:stCondLst>
                              <p:cond delay="500"/>
                            </p:stCondLst>
                            <p:childTnLst>
                              <p:par>
                                <p:cTn id="9" presetID="23" presetClass="entr" presetSubtype="16" fill="hold" grpId="0" nodeType="afterEffect">
                                  <p:stCondLst>
                                    <p:cond delay="0"/>
                                  </p:stCondLst>
                                  <p:iterate>
                                    <p:tmAbs val="0"/>
                                  </p:iterate>
                                  <p:childTnLst>
                                    <p:set>
                                      <p:cBhvr>
                                        <p:cTn id="10" fill="hold"/>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 presetClass="entr" presetSubtype="4" fill="hold" grpId="0" nodeType="afterEffect">
                                  <p:stCondLst>
                                    <p:cond delay="0"/>
                                  </p:stCondLst>
                                  <p:iterate>
                                    <p:tmAbs val="0"/>
                                  </p:iterate>
                                  <p:childTnLst>
                                    <p:set>
                                      <p:cBhvr>
                                        <p:cTn id="15" fill="hold"/>
                                        <p:tgtEl>
                                          <p:spTgt spid="106">
                                            <p:bg/>
                                          </p:spTgt>
                                        </p:tgtEl>
                                        <p:attrNameLst>
                                          <p:attrName>style.visibility</p:attrName>
                                        </p:attrNameLst>
                                      </p:cBhvr>
                                      <p:to>
                                        <p:strVal val="visible"/>
                                      </p:to>
                                    </p:set>
                                    <p:anim calcmode="lin" valueType="num">
                                      <p:cBhvr>
                                        <p:cTn id="16" dur="1000" fill="hold"/>
                                        <p:tgtEl>
                                          <p:spTgt spid="106">
                                            <p:bg/>
                                          </p:spTgt>
                                        </p:tgtEl>
                                        <p:attrNameLst>
                                          <p:attrName>ppt_x</p:attrName>
                                        </p:attrNameLst>
                                      </p:cBhvr>
                                      <p:tavLst>
                                        <p:tav tm="0">
                                          <p:val>
                                            <p:strVal val="#ppt_x"/>
                                          </p:val>
                                        </p:tav>
                                        <p:tav tm="100000">
                                          <p:val>
                                            <p:strVal val="#ppt_x"/>
                                          </p:val>
                                        </p:tav>
                                      </p:tavLst>
                                    </p:anim>
                                    <p:anim calcmode="lin" valueType="num">
                                      <p:cBhvr>
                                        <p:cTn id="17" dur="1000" fill="hold"/>
                                        <p:tgtEl>
                                          <p:spTgt spid="106">
                                            <p:bg/>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iterate>
                                    <p:tmAbs val="0"/>
                                  </p:iterate>
                                  <p:childTnLst>
                                    <p:set>
                                      <p:cBhvr>
                                        <p:cTn id="19" fill="hold"/>
                                        <p:tgtEl>
                                          <p:spTgt spid="106">
                                            <p:txEl>
                                              <p:pRg st="0" end="0"/>
                                            </p:txEl>
                                          </p:spTgt>
                                        </p:tgtEl>
                                        <p:attrNameLst>
                                          <p:attrName>style.visibility</p:attrName>
                                        </p:attrNameLst>
                                      </p:cBhvr>
                                      <p:to>
                                        <p:strVal val="visible"/>
                                      </p:to>
                                    </p:set>
                                    <p:anim calcmode="lin" valueType="num">
                                      <p:cBhvr>
                                        <p:cTn id="20" dur="10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06">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4" fill="hold" grpId="0" nodeType="afterEffect">
                                  <p:stCondLst>
                                    <p:cond delay="0"/>
                                  </p:stCondLst>
                                  <p:iterate>
                                    <p:tmAbs val="0"/>
                                  </p:iterate>
                                  <p:childTnLst>
                                    <p:set>
                                      <p:cBhvr>
                                        <p:cTn id="24" fill="hold"/>
                                        <p:tgtEl>
                                          <p:spTgt spid="107">
                                            <p:bg/>
                                          </p:spTgt>
                                        </p:tgtEl>
                                        <p:attrNameLst>
                                          <p:attrName>style.visibility</p:attrName>
                                        </p:attrNameLst>
                                      </p:cBhvr>
                                      <p:to>
                                        <p:strVal val="visible"/>
                                      </p:to>
                                    </p:set>
                                    <p:anim calcmode="lin" valueType="num">
                                      <p:cBhvr>
                                        <p:cTn id="25" dur="1000" fill="hold"/>
                                        <p:tgtEl>
                                          <p:spTgt spid="107">
                                            <p:bg/>
                                          </p:spTgt>
                                        </p:tgtEl>
                                        <p:attrNameLst>
                                          <p:attrName>ppt_x</p:attrName>
                                        </p:attrNameLst>
                                      </p:cBhvr>
                                      <p:tavLst>
                                        <p:tav tm="0">
                                          <p:val>
                                            <p:strVal val="#ppt_x"/>
                                          </p:val>
                                        </p:tav>
                                        <p:tav tm="100000">
                                          <p:val>
                                            <p:strVal val="#ppt_x"/>
                                          </p:val>
                                        </p:tav>
                                      </p:tavLst>
                                    </p:anim>
                                    <p:anim calcmode="lin" valueType="num">
                                      <p:cBhvr>
                                        <p:cTn id="26" dur="1000" fill="hold"/>
                                        <p:tgtEl>
                                          <p:spTgt spid="107">
                                            <p:bg/>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iterate>
                                    <p:tmAbs val="0"/>
                                  </p:iterate>
                                  <p:childTnLst>
                                    <p:set>
                                      <p:cBhvr>
                                        <p:cTn id="28" fill="hold"/>
                                        <p:tgtEl>
                                          <p:spTgt spid="107">
                                            <p:txEl>
                                              <p:pRg st="0" end="0"/>
                                            </p:txEl>
                                          </p:spTgt>
                                        </p:tgtEl>
                                        <p:attrNameLst>
                                          <p:attrName>style.visibility</p:attrName>
                                        </p:attrNameLst>
                                      </p:cBhvr>
                                      <p:to>
                                        <p:strVal val="visible"/>
                                      </p:to>
                                    </p:set>
                                    <p:anim calcmode="lin" valueType="num">
                                      <p:cBhvr>
                                        <p:cTn id="29" dur="1000" fill="hold"/>
                                        <p:tgtEl>
                                          <p:spTgt spid="10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7">
                                            <p:txEl>
                                              <p:pRg st="0" end="0"/>
                                            </p:txEl>
                                          </p:spTgt>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2" presetClass="entr" presetSubtype="4" fill="hold" grpId="0" nodeType="afterEffect">
                                  <p:stCondLst>
                                    <p:cond delay="0"/>
                                  </p:stCondLst>
                                  <p:iterate>
                                    <p:tmAbs val="0"/>
                                  </p:iterate>
                                  <p:childTnLst>
                                    <p:set>
                                      <p:cBhvr>
                                        <p:cTn id="33" fill="hold"/>
                                        <p:tgtEl>
                                          <p:spTgt spid="107">
                                            <p:txEl>
                                              <p:pRg st="2" end="2"/>
                                            </p:txEl>
                                          </p:spTgt>
                                        </p:tgtEl>
                                        <p:attrNameLst>
                                          <p:attrName>style.visibility</p:attrName>
                                        </p:attrNameLst>
                                      </p:cBhvr>
                                      <p:to>
                                        <p:strVal val="visible"/>
                                      </p:to>
                                    </p:set>
                                    <p:anim calcmode="lin" valueType="num">
                                      <p:cBhvr>
                                        <p:cTn id="34" dur="1000" fill="hold"/>
                                        <p:tgtEl>
                                          <p:spTgt spid="107">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1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advAuto="0"/>
      <p:bldP spid="105" grpId="0" animBg="1" advAuto="0"/>
      <p:bldP spid="106" grpId="0" build="p" animBg="1" advAuto="0"/>
      <p:bldP spid="107" grpId="0" build="p"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3" y="350316"/>
            <a:ext cx="567105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Justificación</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4" y="1450403"/>
            <a:ext cx="7211915" cy="46361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La implementación de una solución de gestión de activos tecnológicos para </a:t>
            </a:r>
            <a:r>
              <a:rPr lang="es-ES" sz="1600" dirty="0" err="1">
                <a:solidFill>
                  <a:schemeClr val="bg1"/>
                </a:solidFill>
                <a:cs typeface="Times New Roman" panose="02020603050405020304" pitchFamily="18" charset="0"/>
              </a:rPr>
              <a:t>AntioquiaGold</a:t>
            </a:r>
            <a:r>
              <a:rPr lang="es-ES" sz="1600" dirty="0">
                <a:solidFill>
                  <a:schemeClr val="bg1"/>
                </a:solidFill>
                <a:cs typeface="Times New Roman" panose="02020603050405020304" pitchFamily="18" charset="0"/>
              </a:rPr>
              <a:t> LTD surge como una necesidad crítica en respuesta a los desafíos operativos y estratégicos que la empresa enfrenta actualmente. Esta justificación se basa en varias razones clave: </a:t>
            </a:r>
          </a:p>
          <a:p>
            <a:pPr marL="285750" indent="-285750">
              <a:lnSpc>
                <a:spcPct val="150000"/>
              </a:lnSpc>
              <a:buFont typeface="Arial" panose="020B0604020202020204" pitchFamily="34" charset="0"/>
              <a:buChar char="•"/>
              <a:defRPr sz="1500">
                <a:solidFill>
                  <a:srgbClr val="3366FF"/>
                </a:solidFill>
              </a:defRPr>
            </a:pPr>
            <a:r>
              <a:rPr lang="es-ES" dirty="0">
                <a:solidFill>
                  <a:schemeClr val="bg1"/>
                </a:solidFill>
                <a:ea typeface="Verdana" panose="020B0604030504040204" pitchFamily="34" charset="0"/>
                <a:cs typeface="Times New Roman" panose="02020603050405020304" pitchFamily="18" charset="0"/>
              </a:rPr>
              <a:t>Optimización de Recursos</a:t>
            </a:r>
          </a:p>
          <a:p>
            <a:pPr marL="285750" indent="-285750">
              <a:lnSpc>
                <a:spcPct val="150000"/>
              </a:lnSpc>
              <a:buFont typeface="Arial" panose="020B0604020202020204" pitchFamily="34" charset="0"/>
              <a:buChar char="•"/>
              <a:defRPr sz="1500">
                <a:solidFill>
                  <a:srgbClr val="3366FF"/>
                </a:solidFill>
              </a:defRPr>
            </a:pPr>
            <a:r>
              <a:rPr lang="es-ES" dirty="0">
                <a:solidFill>
                  <a:schemeClr val="bg1"/>
                </a:solidFill>
                <a:ea typeface="Verdana" panose="020B0604030504040204" pitchFamily="34" charset="0"/>
                <a:cs typeface="Times New Roman" panose="02020603050405020304" pitchFamily="18" charset="0"/>
              </a:rPr>
              <a:t>Toma de Decisiones Basada en Datos</a:t>
            </a:r>
          </a:p>
          <a:p>
            <a:pPr marL="285750" indent="-285750">
              <a:lnSpc>
                <a:spcPct val="150000"/>
              </a:lnSpc>
              <a:buFont typeface="Arial" panose="020B0604020202020204" pitchFamily="34" charset="0"/>
              <a:buChar char="•"/>
              <a:defRPr sz="1500">
                <a:solidFill>
                  <a:srgbClr val="3366FF"/>
                </a:solidFill>
              </a:defRPr>
            </a:pPr>
            <a:r>
              <a:rPr lang="es-ES" dirty="0">
                <a:solidFill>
                  <a:schemeClr val="bg1"/>
                </a:solidFill>
                <a:ea typeface="Verdana" panose="020B0604030504040204" pitchFamily="34" charset="0"/>
                <a:cs typeface="Times New Roman" panose="02020603050405020304" pitchFamily="18" charset="0"/>
              </a:rPr>
              <a:t>Reducción de Pérdidas y Errores</a:t>
            </a:r>
          </a:p>
          <a:p>
            <a:pPr marL="285750" indent="-285750">
              <a:lnSpc>
                <a:spcPct val="150000"/>
              </a:lnSpc>
              <a:buFont typeface="Arial" panose="020B0604020202020204" pitchFamily="34" charset="0"/>
              <a:buChar char="•"/>
              <a:defRPr sz="1500">
                <a:solidFill>
                  <a:srgbClr val="3366FF"/>
                </a:solidFill>
              </a:defRPr>
            </a:pPr>
            <a:r>
              <a:rPr lang="es-ES" dirty="0">
                <a:solidFill>
                  <a:schemeClr val="bg1"/>
                </a:solidFill>
                <a:ea typeface="Verdana" panose="020B0604030504040204" pitchFamily="34" charset="0"/>
                <a:cs typeface="Times New Roman" panose="02020603050405020304" pitchFamily="18" charset="0"/>
              </a:rPr>
              <a:t>Eficiencia Operativa</a:t>
            </a:r>
          </a:p>
          <a:p>
            <a:pPr marL="285750" indent="-285750">
              <a:lnSpc>
                <a:spcPct val="150000"/>
              </a:lnSpc>
              <a:buFont typeface="Arial" panose="020B0604020202020204" pitchFamily="34" charset="0"/>
              <a:buChar char="•"/>
              <a:defRPr sz="1500">
                <a:solidFill>
                  <a:srgbClr val="3366FF"/>
                </a:solidFill>
              </a:defRPr>
            </a:pPr>
            <a:r>
              <a:rPr lang="es-ES" dirty="0">
                <a:solidFill>
                  <a:schemeClr val="bg1"/>
                </a:solidFill>
                <a:ea typeface="Verdana" panose="020B0604030504040204" pitchFamily="34" charset="0"/>
                <a:cs typeface="Times New Roman" panose="02020603050405020304" pitchFamily="18" charset="0"/>
              </a:rPr>
              <a:t>Cumplimiento Normativo</a:t>
            </a: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1.</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75989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3" y="350316"/>
            <a:ext cx="567105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Objetivo General</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6" y="1339473"/>
            <a:ext cx="9449303" cy="3321018"/>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5" y="1662060"/>
            <a:ext cx="7211915" cy="25355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Desarrollar e implementar una solución de gestión de activos tecnológicos basada en herramientas de Microsoft, específicamente </a:t>
            </a:r>
            <a:r>
              <a:rPr lang="es-ES" sz="1600" dirty="0" err="1">
                <a:solidFill>
                  <a:schemeClr val="bg1"/>
                </a:solidFill>
                <a:cs typeface="Times New Roman" panose="02020603050405020304" pitchFamily="18" charset="0"/>
              </a:rPr>
              <a:t>Power</a:t>
            </a:r>
            <a:r>
              <a:rPr lang="es-ES" sz="1600" dirty="0">
                <a:solidFill>
                  <a:schemeClr val="bg1"/>
                </a:solidFill>
                <a:cs typeface="Times New Roman" panose="02020603050405020304" pitchFamily="18" charset="0"/>
              </a:rPr>
              <a:t> Apps, </a:t>
            </a:r>
            <a:r>
              <a:rPr lang="es-ES" sz="1600" dirty="0" err="1">
                <a:solidFill>
                  <a:schemeClr val="bg1"/>
                </a:solidFill>
                <a:cs typeface="Times New Roman" panose="02020603050405020304" pitchFamily="18" charset="0"/>
              </a:rPr>
              <a:t>Power</a:t>
            </a:r>
            <a:r>
              <a:rPr lang="es-ES" sz="1600" dirty="0">
                <a:solidFill>
                  <a:schemeClr val="bg1"/>
                </a:solidFill>
                <a:cs typeface="Times New Roman" panose="02020603050405020304" pitchFamily="18" charset="0"/>
              </a:rPr>
              <a:t> BI, </a:t>
            </a:r>
            <a:r>
              <a:rPr lang="es-ES" sz="1600" dirty="0" err="1">
                <a:solidFill>
                  <a:schemeClr val="bg1"/>
                </a:solidFill>
                <a:cs typeface="Times New Roman" panose="02020603050405020304" pitchFamily="18" charset="0"/>
              </a:rPr>
              <a:t>List</a:t>
            </a:r>
            <a:r>
              <a:rPr lang="es-ES" sz="1600" dirty="0">
                <a:solidFill>
                  <a:schemeClr val="bg1"/>
                </a:solidFill>
                <a:cs typeface="Times New Roman" panose="02020603050405020304" pitchFamily="18" charset="0"/>
              </a:rPr>
              <a:t> y </a:t>
            </a:r>
            <a:r>
              <a:rPr lang="es-ES" sz="1600" dirty="0" err="1">
                <a:solidFill>
                  <a:schemeClr val="bg1"/>
                </a:solidFill>
                <a:cs typeface="Times New Roman" panose="02020603050405020304" pitchFamily="18" charset="0"/>
              </a:rPr>
              <a:t>Power</a:t>
            </a:r>
            <a:r>
              <a:rPr lang="es-ES" sz="1600" dirty="0">
                <a:solidFill>
                  <a:schemeClr val="bg1"/>
                </a:solidFill>
                <a:cs typeface="Times New Roman" panose="02020603050405020304" pitchFamily="18" charset="0"/>
              </a:rPr>
              <a:t> </a:t>
            </a:r>
            <a:r>
              <a:rPr lang="es-ES" sz="1600" dirty="0" err="1">
                <a:solidFill>
                  <a:schemeClr val="bg1"/>
                </a:solidFill>
                <a:cs typeface="Times New Roman" panose="02020603050405020304" pitchFamily="18" charset="0"/>
              </a:rPr>
              <a:t>Automate</a:t>
            </a:r>
            <a:r>
              <a:rPr lang="es-ES" sz="1600" dirty="0">
                <a:solidFill>
                  <a:schemeClr val="bg1"/>
                </a:solidFill>
                <a:cs typeface="Times New Roman" panose="02020603050405020304" pitchFamily="18" charset="0"/>
              </a:rPr>
              <a:t>, con el propósito de optimizar la asignación, seguimiento y mantenimiento de los activos tecnológicos de </a:t>
            </a:r>
            <a:r>
              <a:rPr lang="es-ES" sz="1600" dirty="0" err="1">
                <a:solidFill>
                  <a:schemeClr val="bg1"/>
                </a:solidFill>
                <a:cs typeface="Times New Roman" panose="02020603050405020304" pitchFamily="18" charset="0"/>
              </a:rPr>
              <a:t>AntioquiaGold</a:t>
            </a:r>
            <a:r>
              <a:rPr lang="es-ES" sz="1600" dirty="0">
                <a:solidFill>
                  <a:schemeClr val="bg1"/>
                </a:solidFill>
                <a:cs typeface="Times New Roman" panose="02020603050405020304" pitchFamily="18" charset="0"/>
              </a:rPr>
              <a:t> LTD.</a:t>
            </a: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62633" y="2213333"/>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92761" y="2098846"/>
            <a:ext cx="826964"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2.</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307412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3" y="350316"/>
            <a:ext cx="567105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Objetivos </a:t>
            </a:r>
            <a:r>
              <a:rPr lang="es-ES" sz="3087" b="1" dirty="0" err="1">
                <a:solidFill>
                  <a:schemeClr val="bg1"/>
                </a:solidFill>
                <a:latin typeface="Verdana" panose="020B0604030504040204" pitchFamily="34" charset="0"/>
                <a:ea typeface="Verdana" panose="020B0604030504040204" pitchFamily="34" charset="0"/>
                <a:cs typeface="Verdana" panose="020B0604030504040204" pitchFamily="34" charset="0"/>
              </a:rPr>
              <a:t>Especificos</a:t>
            </a:r>
            <a:endPar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4" y="1450403"/>
            <a:ext cx="7211915" cy="43822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Análisis de Requerimientos y Necesidades</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Desarrollo de Solución Integral con </a:t>
            </a:r>
            <a:r>
              <a:rPr lang="es-ES" sz="1600" dirty="0" err="1">
                <a:solidFill>
                  <a:schemeClr val="bg1"/>
                </a:solidFill>
                <a:cs typeface="Times New Roman" panose="02020603050405020304" pitchFamily="18" charset="0"/>
              </a:rPr>
              <a:t>Power</a:t>
            </a:r>
            <a:r>
              <a:rPr lang="es-ES" sz="1600" dirty="0">
                <a:solidFill>
                  <a:schemeClr val="bg1"/>
                </a:solidFill>
                <a:cs typeface="Times New Roman" panose="02020603050405020304" pitchFamily="18" charset="0"/>
              </a:rPr>
              <a:t> Apps, </a:t>
            </a:r>
            <a:r>
              <a:rPr lang="es-ES" sz="1600" dirty="0" err="1">
                <a:solidFill>
                  <a:schemeClr val="bg1"/>
                </a:solidFill>
                <a:cs typeface="Times New Roman" panose="02020603050405020304" pitchFamily="18" charset="0"/>
              </a:rPr>
              <a:t>List</a:t>
            </a:r>
            <a:r>
              <a:rPr lang="es-ES" sz="1600" dirty="0">
                <a:solidFill>
                  <a:schemeClr val="bg1"/>
                </a:solidFill>
                <a:cs typeface="Times New Roman" panose="02020603050405020304" pitchFamily="18" charset="0"/>
              </a:rPr>
              <a:t> y </a:t>
            </a:r>
            <a:r>
              <a:rPr lang="es-ES" sz="1600" dirty="0" err="1">
                <a:solidFill>
                  <a:schemeClr val="bg1"/>
                </a:solidFill>
                <a:cs typeface="Times New Roman" panose="02020603050405020304" pitchFamily="18" charset="0"/>
              </a:rPr>
              <a:t>Power</a:t>
            </a:r>
            <a:r>
              <a:rPr lang="es-ES" sz="1600" dirty="0">
                <a:solidFill>
                  <a:schemeClr val="bg1"/>
                </a:solidFill>
                <a:cs typeface="Times New Roman" panose="02020603050405020304" pitchFamily="18" charset="0"/>
              </a:rPr>
              <a:t> </a:t>
            </a:r>
            <a:r>
              <a:rPr lang="es-ES" sz="1600" dirty="0" err="1">
                <a:solidFill>
                  <a:schemeClr val="bg1"/>
                </a:solidFill>
                <a:cs typeface="Times New Roman" panose="02020603050405020304" pitchFamily="18" charset="0"/>
              </a:rPr>
              <a:t>Automate</a:t>
            </a: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Capacitación Integral y Monitoreo Continuo</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Generación de Documentación Detallada</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Informe y Presentación a Interesados y Alta Dirección</a:t>
            </a: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3.</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416043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375858" y="209522"/>
            <a:ext cx="7731060"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	Marco conceptual y Teórico.</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672846" cy="5445477"/>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4" y="1450403"/>
            <a:ext cx="7211915" cy="29048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El marco conceptual y teórico del proyecto se basa en conceptos clave relacionados con la gestión de activos tecnológicos, herramientas de Microsoft y buenas prácticas en la implementación de soluciones empresariales. </a:t>
            </a:r>
            <a:r>
              <a:rPr lang="es-ES" sz="1600" dirty="0">
                <a:solidFill>
                  <a:schemeClr val="bg1"/>
                </a:solidFill>
                <a:latin typeface="Isidora Sans" pitchFamily="2" charset="77"/>
                <a:ea typeface="Verdana" panose="020B0604030504040204" pitchFamily="34" charset="0"/>
                <a:cs typeface="Verdana" panose="020B0604030504040204" pitchFamily="34" charset="0"/>
              </a:rPr>
              <a:t>Gestión de Activos Tecnológicos: </a:t>
            </a:r>
          </a:p>
          <a:p>
            <a:pPr>
              <a:lnSpc>
                <a:spcPct val="150000"/>
              </a:lnSpc>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3" name="Imagen 2">
            <a:extLst>
              <a:ext uri="{FF2B5EF4-FFF2-40B4-BE49-F238E27FC236}">
                <a16:creationId xmlns:a16="http://schemas.microsoft.com/office/drawing/2014/main" id="{E8F3FF3F-2F89-D3EB-2C72-8FFFE84DE219}"/>
              </a:ext>
            </a:extLst>
          </p:cNvPr>
          <p:cNvPicPr>
            <a:picLocks noChangeAspect="1"/>
          </p:cNvPicPr>
          <p:nvPr/>
        </p:nvPicPr>
        <p:blipFill>
          <a:blip r:embed="rId2"/>
          <a:stretch>
            <a:fillRect/>
          </a:stretch>
        </p:blipFill>
        <p:spPr>
          <a:xfrm>
            <a:off x="2551953" y="3429000"/>
            <a:ext cx="5157694" cy="2768024"/>
          </a:xfrm>
          <a:prstGeom prst="rect">
            <a:avLst/>
          </a:prstGeom>
        </p:spPr>
      </p:pic>
    </p:spTree>
    <p:extLst>
      <p:ext uri="{BB962C8B-B14F-4D97-AF65-F5344CB8AC3E}">
        <p14:creationId xmlns:p14="http://schemas.microsoft.com/office/powerpoint/2010/main" val="1469899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3" y="350316"/>
            <a:ext cx="7339890"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Herramientas de Microsoft </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567262" y="1241364"/>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4" y="1450403"/>
            <a:ext cx="7211915" cy="14275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2" name="Imagen 1">
            <a:extLst>
              <a:ext uri="{FF2B5EF4-FFF2-40B4-BE49-F238E27FC236}">
                <a16:creationId xmlns:a16="http://schemas.microsoft.com/office/drawing/2014/main" id="{E632EBC4-0FED-72A0-6D5E-D9D5DD3AA2E1}"/>
              </a:ext>
            </a:extLst>
          </p:cNvPr>
          <p:cNvPicPr>
            <a:picLocks noChangeAspect="1"/>
          </p:cNvPicPr>
          <p:nvPr/>
        </p:nvPicPr>
        <p:blipFill>
          <a:blip r:embed="rId2"/>
          <a:stretch>
            <a:fillRect/>
          </a:stretch>
        </p:blipFill>
        <p:spPr>
          <a:xfrm>
            <a:off x="2220539" y="1440475"/>
            <a:ext cx="2883367" cy="1402857"/>
          </a:xfrm>
          <a:prstGeom prst="rect">
            <a:avLst/>
          </a:prstGeom>
        </p:spPr>
      </p:pic>
      <p:pic>
        <p:nvPicPr>
          <p:cNvPr id="3" name="Imagen 2">
            <a:extLst>
              <a:ext uri="{FF2B5EF4-FFF2-40B4-BE49-F238E27FC236}">
                <a16:creationId xmlns:a16="http://schemas.microsoft.com/office/drawing/2014/main" id="{E9743A4A-32E7-B8EC-487D-BD0525053AA3}"/>
              </a:ext>
            </a:extLst>
          </p:cNvPr>
          <p:cNvPicPr>
            <a:picLocks noChangeAspect="1"/>
          </p:cNvPicPr>
          <p:nvPr/>
        </p:nvPicPr>
        <p:blipFill>
          <a:blip r:embed="rId3"/>
          <a:stretch>
            <a:fillRect/>
          </a:stretch>
        </p:blipFill>
        <p:spPr>
          <a:xfrm>
            <a:off x="5746647" y="1450402"/>
            <a:ext cx="3101542" cy="1358225"/>
          </a:xfrm>
          <a:prstGeom prst="rect">
            <a:avLst/>
          </a:prstGeom>
        </p:spPr>
      </p:pic>
      <p:sp>
        <p:nvSpPr>
          <p:cNvPr id="5" name="Rectángulo 4">
            <a:extLst>
              <a:ext uri="{FF2B5EF4-FFF2-40B4-BE49-F238E27FC236}">
                <a16:creationId xmlns:a16="http://schemas.microsoft.com/office/drawing/2014/main" id="{21A41035-58B3-3A8C-98CF-1B19677E23D7}"/>
              </a:ext>
            </a:extLst>
          </p:cNvPr>
          <p:cNvSpPr/>
          <p:nvPr/>
        </p:nvSpPr>
        <p:spPr>
          <a:xfrm>
            <a:off x="2213864" y="3269026"/>
            <a:ext cx="2937854" cy="1371306"/>
          </a:xfrm>
          <a:prstGeom prst="rec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s-CO" sz="1800" b="0" i="0" u="none" strike="noStrike" cap="none" spc="0" normalizeH="0" baseline="0">
              <a:ln>
                <a:noFill/>
              </a:ln>
              <a:solidFill>
                <a:srgbClr val="595959"/>
              </a:solidFill>
              <a:effectLst/>
              <a:uFillTx/>
              <a:latin typeface="+mn-lt"/>
              <a:ea typeface="+mn-ea"/>
              <a:cs typeface="+mn-cs"/>
              <a:sym typeface="Calibri"/>
            </a:endParaRPr>
          </a:p>
        </p:txBody>
      </p:sp>
      <p:pic>
        <p:nvPicPr>
          <p:cNvPr id="4" name="Imagen 3">
            <a:extLst>
              <a:ext uri="{FF2B5EF4-FFF2-40B4-BE49-F238E27FC236}">
                <a16:creationId xmlns:a16="http://schemas.microsoft.com/office/drawing/2014/main" id="{F80BA89D-F0A8-9BC7-DF04-FBEB5923CB35}"/>
              </a:ext>
            </a:extLst>
          </p:cNvPr>
          <p:cNvPicPr>
            <a:picLocks noChangeAspect="1"/>
          </p:cNvPicPr>
          <p:nvPr/>
        </p:nvPicPr>
        <p:blipFill>
          <a:blip r:embed="rId4"/>
          <a:stretch>
            <a:fillRect/>
          </a:stretch>
        </p:blipFill>
        <p:spPr>
          <a:xfrm>
            <a:off x="2330245" y="3269027"/>
            <a:ext cx="2653314" cy="1206675"/>
          </a:xfrm>
          <a:prstGeom prst="rect">
            <a:avLst/>
          </a:prstGeom>
        </p:spPr>
      </p:pic>
      <p:pic>
        <p:nvPicPr>
          <p:cNvPr id="6" name="Imagen 5">
            <a:extLst>
              <a:ext uri="{FF2B5EF4-FFF2-40B4-BE49-F238E27FC236}">
                <a16:creationId xmlns:a16="http://schemas.microsoft.com/office/drawing/2014/main" id="{A215A58A-AA7C-E4F1-93EC-351E06913FB8}"/>
              </a:ext>
            </a:extLst>
          </p:cNvPr>
          <p:cNvPicPr>
            <a:picLocks noChangeAspect="1"/>
          </p:cNvPicPr>
          <p:nvPr/>
        </p:nvPicPr>
        <p:blipFill>
          <a:blip r:embed="rId5"/>
          <a:stretch>
            <a:fillRect/>
          </a:stretch>
        </p:blipFill>
        <p:spPr>
          <a:xfrm>
            <a:off x="5839423" y="3227572"/>
            <a:ext cx="3008765" cy="1412760"/>
          </a:xfrm>
          <a:prstGeom prst="rect">
            <a:avLst/>
          </a:prstGeom>
        </p:spPr>
      </p:pic>
      <p:pic>
        <p:nvPicPr>
          <p:cNvPr id="12" name="Imagen 11">
            <a:extLst>
              <a:ext uri="{FF2B5EF4-FFF2-40B4-BE49-F238E27FC236}">
                <a16:creationId xmlns:a16="http://schemas.microsoft.com/office/drawing/2014/main" id="{AC723151-FB90-7712-A965-B8E9BE10292A}"/>
              </a:ext>
            </a:extLst>
          </p:cNvPr>
          <p:cNvPicPr>
            <a:picLocks noChangeAspect="1"/>
          </p:cNvPicPr>
          <p:nvPr/>
        </p:nvPicPr>
        <p:blipFill>
          <a:blip r:embed="rId6"/>
          <a:stretch>
            <a:fillRect/>
          </a:stretch>
        </p:blipFill>
        <p:spPr>
          <a:xfrm>
            <a:off x="4170869" y="4924897"/>
            <a:ext cx="2643556" cy="1136711"/>
          </a:xfrm>
          <a:prstGeom prst="rect">
            <a:avLst/>
          </a:prstGeom>
        </p:spPr>
      </p:pic>
    </p:spTree>
    <p:extLst>
      <p:ext uri="{BB962C8B-B14F-4D97-AF65-F5344CB8AC3E}">
        <p14:creationId xmlns:p14="http://schemas.microsoft.com/office/powerpoint/2010/main" val="629213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Implementación</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4" y="1450403"/>
            <a:ext cx="7211915" cy="2143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Adaptabilidad:</a:t>
            </a:r>
          </a:p>
          <a:p>
            <a:pPr>
              <a:lnSpc>
                <a:spcPct val="150000"/>
              </a:lnSpc>
              <a:defRPr sz="1500">
                <a:solidFill>
                  <a:srgbClr val="3366FF"/>
                </a:solidFill>
              </a:defRPr>
            </a:pPr>
            <a:endParaRPr lang="es-ES" dirty="0">
              <a:solidFill>
                <a:schemeClr val="bg1"/>
              </a:solidFill>
              <a:ea typeface="Verdana" panose="020B0604030504040204" pitchFamily="34" charset="0"/>
              <a:cs typeface="Times New Roman" panose="02020603050405020304" pitchFamily="18"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6.</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3" name="Imagen 2">
            <a:extLst>
              <a:ext uri="{FF2B5EF4-FFF2-40B4-BE49-F238E27FC236}">
                <a16:creationId xmlns:a16="http://schemas.microsoft.com/office/drawing/2014/main" id="{3E1AF3B1-DDAF-15AB-4FDB-15740278CED3}"/>
              </a:ext>
            </a:extLst>
          </p:cNvPr>
          <p:cNvPicPr>
            <a:picLocks noChangeAspect="1"/>
          </p:cNvPicPr>
          <p:nvPr/>
        </p:nvPicPr>
        <p:blipFill>
          <a:blip r:embed="rId2"/>
          <a:stretch>
            <a:fillRect/>
          </a:stretch>
        </p:blipFill>
        <p:spPr>
          <a:xfrm>
            <a:off x="1980068" y="1954158"/>
            <a:ext cx="1923066" cy="4034960"/>
          </a:xfrm>
          <a:prstGeom prst="rect">
            <a:avLst/>
          </a:prstGeom>
        </p:spPr>
      </p:pic>
      <p:pic>
        <p:nvPicPr>
          <p:cNvPr id="5" name="Imagen 4">
            <a:extLst>
              <a:ext uri="{FF2B5EF4-FFF2-40B4-BE49-F238E27FC236}">
                <a16:creationId xmlns:a16="http://schemas.microsoft.com/office/drawing/2014/main" id="{36A9AF9B-F8FE-B71A-FDDC-052CB5711697}"/>
              </a:ext>
            </a:extLst>
          </p:cNvPr>
          <p:cNvPicPr>
            <a:picLocks noChangeAspect="1"/>
          </p:cNvPicPr>
          <p:nvPr/>
        </p:nvPicPr>
        <p:blipFill>
          <a:blip r:embed="rId3"/>
          <a:stretch>
            <a:fillRect/>
          </a:stretch>
        </p:blipFill>
        <p:spPr>
          <a:xfrm>
            <a:off x="4236826" y="1884193"/>
            <a:ext cx="4805573" cy="4126962"/>
          </a:xfrm>
          <a:prstGeom prst="rect">
            <a:avLst/>
          </a:prstGeom>
        </p:spPr>
      </p:pic>
    </p:spTree>
    <p:extLst>
      <p:ext uri="{BB962C8B-B14F-4D97-AF65-F5344CB8AC3E}">
        <p14:creationId xmlns:p14="http://schemas.microsoft.com/office/powerpoint/2010/main" val="2585110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Implementación</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4" y="1450403"/>
            <a:ext cx="7211915" cy="21431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Adaptabilidad:</a:t>
            </a:r>
          </a:p>
          <a:p>
            <a:pPr>
              <a:lnSpc>
                <a:spcPct val="150000"/>
              </a:lnSpc>
              <a:defRPr sz="1500">
                <a:solidFill>
                  <a:srgbClr val="3366FF"/>
                </a:solidFill>
              </a:defRPr>
            </a:pPr>
            <a:endParaRPr lang="es-ES" dirty="0">
              <a:solidFill>
                <a:schemeClr val="bg1"/>
              </a:solidFill>
              <a:ea typeface="Verdana" panose="020B0604030504040204" pitchFamily="34" charset="0"/>
              <a:cs typeface="Times New Roman" panose="02020603050405020304" pitchFamily="18"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7.</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Imagen 3">
            <a:extLst>
              <a:ext uri="{FF2B5EF4-FFF2-40B4-BE49-F238E27FC236}">
                <a16:creationId xmlns:a16="http://schemas.microsoft.com/office/drawing/2014/main" id="{476D9079-85CA-911A-BA79-8E9E58038FE4}"/>
              </a:ext>
            </a:extLst>
          </p:cNvPr>
          <p:cNvPicPr>
            <a:picLocks noChangeAspect="1"/>
          </p:cNvPicPr>
          <p:nvPr/>
        </p:nvPicPr>
        <p:blipFill>
          <a:blip r:embed="rId2"/>
          <a:stretch>
            <a:fillRect/>
          </a:stretch>
        </p:blipFill>
        <p:spPr>
          <a:xfrm>
            <a:off x="2090451" y="2071722"/>
            <a:ext cx="7483815" cy="3819229"/>
          </a:xfrm>
          <a:prstGeom prst="rect">
            <a:avLst/>
          </a:prstGeom>
        </p:spPr>
      </p:pic>
    </p:spTree>
    <p:extLst>
      <p:ext uri="{BB962C8B-B14F-4D97-AF65-F5344CB8AC3E}">
        <p14:creationId xmlns:p14="http://schemas.microsoft.com/office/powerpoint/2010/main" val="3844642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Implementación</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558296" y="1214786"/>
            <a:ext cx="10262103" cy="5025147"/>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5" y="1450403"/>
            <a:ext cx="4110508" cy="69444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Accesibilidad: </a:t>
            </a:r>
            <a:r>
              <a:rPr lang="es-ES" sz="1600" dirty="0">
                <a:solidFill>
                  <a:schemeClr val="bg1"/>
                </a:solidFill>
                <a:latin typeface="Isidora Sans" pitchFamily="2" charset="77"/>
                <a:ea typeface="Verdana" panose="020B0604030504040204" pitchFamily="34" charset="0"/>
                <a:cs typeface="Verdana" panose="020B0604030504040204" pitchFamily="34" charset="0"/>
              </a:rPr>
              <a:t>Cuando inicie sesión por primera vez en </a:t>
            </a:r>
            <a:r>
              <a:rPr lang="es-ES" sz="1600" dirty="0" err="1">
                <a:solidFill>
                  <a:schemeClr val="bg1"/>
                </a:solidFill>
                <a:latin typeface="Isidora Sans" pitchFamily="2" charset="77"/>
                <a:ea typeface="Verdana" panose="020B0604030504040204" pitchFamily="34" charset="0"/>
                <a:cs typeface="Verdana" panose="020B0604030504040204" pitchFamily="34" charset="0"/>
              </a:rPr>
              <a:t>Power</a:t>
            </a:r>
            <a:r>
              <a:rPr lang="es-ES" sz="1600" dirty="0">
                <a:solidFill>
                  <a:schemeClr val="bg1"/>
                </a:solidFill>
                <a:latin typeface="Isidora Sans" pitchFamily="2" charset="77"/>
                <a:ea typeface="Verdana" panose="020B0604030504040204" pitchFamily="34" charset="0"/>
                <a:cs typeface="Verdana" panose="020B0604030504040204" pitchFamily="34" charset="0"/>
              </a:rPr>
              <a:t> Apps, debe autenticarse, generalmente proporcionando su dirección de correo electrónico y contraseña. Office 365 usa su dominio de Azure Active </a:t>
            </a:r>
            <a:r>
              <a:rPr lang="es-ES" sz="1600" dirty="0" err="1">
                <a:solidFill>
                  <a:schemeClr val="bg1"/>
                </a:solidFill>
                <a:latin typeface="Isidora Sans" pitchFamily="2" charset="77"/>
                <a:ea typeface="Verdana" panose="020B0604030504040204" pitchFamily="34" charset="0"/>
                <a:cs typeface="Verdana" panose="020B0604030504040204" pitchFamily="34" charset="0"/>
              </a:rPr>
              <a:t>Directory</a:t>
            </a:r>
            <a:r>
              <a:rPr lang="es-ES" sz="1600" dirty="0">
                <a:solidFill>
                  <a:schemeClr val="bg1"/>
                </a:solidFill>
                <a:latin typeface="Isidora Sans" pitchFamily="2" charset="77"/>
                <a:ea typeface="Verdana" panose="020B0604030504040204" pitchFamily="34" charset="0"/>
                <a:cs typeface="Verdana" panose="020B0604030504040204" pitchFamily="34" charset="0"/>
              </a:rPr>
              <a:t> (Azure AD); cada organización tiene su propio dominio. Sus credenciales se comparan con el dominio de su organización para Office 365. Una aplicación construida usando </a:t>
            </a:r>
            <a:r>
              <a:rPr lang="es-ES" sz="1600" dirty="0" err="1">
                <a:solidFill>
                  <a:schemeClr val="bg1"/>
                </a:solidFill>
                <a:latin typeface="Isidora Sans" pitchFamily="2" charset="77"/>
                <a:ea typeface="Verdana" panose="020B0604030504040204" pitchFamily="34" charset="0"/>
                <a:cs typeface="Verdana" panose="020B0604030504040204" pitchFamily="34" charset="0"/>
              </a:rPr>
              <a:t>Power</a:t>
            </a:r>
            <a:r>
              <a:rPr lang="es-ES" sz="1600" dirty="0">
                <a:solidFill>
                  <a:schemeClr val="bg1"/>
                </a:solidFill>
                <a:latin typeface="Isidora Sans" pitchFamily="2" charset="77"/>
                <a:ea typeface="Verdana" panose="020B0604030504040204" pitchFamily="34" charset="0"/>
                <a:cs typeface="Verdana" panose="020B0604030504040204" pitchFamily="34" charset="0"/>
              </a:rPr>
              <a:t> Apps solo puede acceder a los recursos de Office 365 para los que se le ha otorgado la autoridad correspondiente. La autorización es gestionada por su Administrador de Office 365</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endParaRPr lang="es-ES" dirty="0">
              <a:solidFill>
                <a:schemeClr val="bg1"/>
              </a:solidFill>
              <a:ea typeface="Verdana" panose="020B0604030504040204" pitchFamily="34" charset="0"/>
              <a:cs typeface="Times New Roman" panose="02020603050405020304" pitchFamily="18"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8.</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3" name="Imagen 2">
            <a:extLst>
              <a:ext uri="{FF2B5EF4-FFF2-40B4-BE49-F238E27FC236}">
                <a16:creationId xmlns:a16="http://schemas.microsoft.com/office/drawing/2014/main" id="{6428C8FB-4BE6-D063-9323-D6DBAEA99DD3}"/>
              </a:ext>
            </a:extLst>
          </p:cNvPr>
          <p:cNvPicPr>
            <a:picLocks noChangeAspect="1"/>
          </p:cNvPicPr>
          <p:nvPr/>
        </p:nvPicPr>
        <p:blipFill>
          <a:blip r:embed="rId2"/>
          <a:stretch>
            <a:fillRect/>
          </a:stretch>
        </p:blipFill>
        <p:spPr>
          <a:xfrm>
            <a:off x="6321144" y="1571515"/>
            <a:ext cx="4006517" cy="4071699"/>
          </a:xfrm>
          <a:prstGeom prst="rect">
            <a:avLst/>
          </a:prstGeom>
        </p:spPr>
      </p:pic>
    </p:spTree>
    <p:extLst>
      <p:ext uri="{BB962C8B-B14F-4D97-AF65-F5344CB8AC3E}">
        <p14:creationId xmlns:p14="http://schemas.microsoft.com/office/powerpoint/2010/main" val="2844408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Metodología de Desarrollo</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020575" y="1450403"/>
            <a:ext cx="4075426" cy="40128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La metodología en cascada fue seleccionada por su estructura secuencial y rígida, la cual se alinea eficientemente con la naturaleza del proyecto. La certeza de los requerimientos y objetivos desde el inicio del proyecto permite aprovechar al máximo esta metodología, ya que cada fase sigue un orden predefinido, asegurando que la siguiente etapa no comience hasta que la anterior haya sido completada con éxito. </a:t>
            </a: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205166" y="1983226"/>
            <a:ext cx="2104406" cy="999047"/>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826964"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9.</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7" name="Imagen 6">
            <a:extLst>
              <a:ext uri="{FF2B5EF4-FFF2-40B4-BE49-F238E27FC236}">
                <a16:creationId xmlns:a16="http://schemas.microsoft.com/office/drawing/2014/main" id="{D9AC2BE2-1639-B24D-E2E5-06843F5082A7}"/>
              </a:ext>
            </a:extLst>
          </p:cNvPr>
          <p:cNvPicPr>
            <a:picLocks noChangeAspect="1"/>
          </p:cNvPicPr>
          <p:nvPr/>
        </p:nvPicPr>
        <p:blipFill>
          <a:blip r:embed="rId2"/>
          <a:stretch>
            <a:fillRect/>
          </a:stretch>
        </p:blipFill>
        <p:spPr>
          <a:xfrm>
            <a:off x="6470201" y="1891021"/>
            <a:ext cx="3333750" cy="2505075"/>
          </a:xfrm>
          <a:prstGeom prst="rect">
            <a:avLst/>
          </a:prstGeom>
        </p:spPr>
      </p:pic>
    </p:spTree>
    <p:extLst>
      <p:ext uri="{BB962C8B-B14F-4D97-AF65-F5344CB8AC3E}">
        <p14:creationId xmlns:p14="http://schemas.microsoft.com/office/powerpoint/2010/main" val="135045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Otros requisitos</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336970" y="1332585"/>
            <a:ext cx="7162629" cy="5490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a:solidFill>
                  <a:srgbClr val="3366FF"/>
                </a:solidFill>
              </a:defRPr>
            </a:pPr>
            <a:r>
              <a:rPr lang="es-ES" sz="1600" dirty="0">
                <a:solidFill>
                  <a:schemeClr val="bg1"/>
                </a:solidFill>
                <a:cs typeface="Times New Roman" panose="02020603050405020304" pitchFamily="18" charset="0"/>
              </a:rPr>
              <a:t>Interoperabilidad: La solución se integrará con los sistemas existentes de </a:t>
            </a:r>
            <a:r>
              <a:rPr lang="es-ES" sz="1600" dirty="0" err="1">
                <a:solidFill>
                  <a:schemeClr val="bg1"/>
                </a:solidFill>
                <a:cs typeface="Times New Roman" panose="02020603050405020304" pitchFamily="18" charset="0"/>
              </a:rPr>
              <a:t>AntioquiaGold</a:t>
            </a:r>
            <a:r>
              <a:rPr lang="es-ES" sz="1600" dirty="0">
                <a:solidFill>
                  <a:schemeClr val="bg1"/>
                </a:solidFill>
                <a:cs typeface="Times New Roman" panose="02020603050405020304" pitchFamily="18" charset="0"/>
              </a:rPr>
              <a:t> LTD, como ERP y bases de datos, garantizando una comunicación fluida y coherencia en los datos.</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Generación de Informes: El sistema permitirá la generación de informes personalizados, ofreciendo a la alta dirección y al equipo de gestión una visión clara del estado del inventario y la eficacia de los procesos.</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Seguridad de Datos: Se implementarán medidas sólidas para proteger la información de activos, especialmente los datos confidenciales.</a:t>
            </a:r>
          </a:p>
          <a:p>
            <a:pPr>
              <a:lnSpc>
                <a:spcPct val="150000"/>
              </a:lnSpc>
              <a:defRPr sz="1500">
                <a:solidFill>
                  <a:srgbClr val="3366FF"/>
                </a:solidFill>
              </a:defRPr>
            </a:pPr>
            <a:endParaRPr lang="es-ES" sz="1600" dirty="0">
              <a:solidFill>
                <a:schemeClr val="bg1"/>
              </a:solidFill>
              <a:cs typeface="Times New Roman" panose="02020603050405020304" pitchFamily="18" charset="0"/>
            </a:endParaRPr>
          </a:p>
          <a:p>
            <a:pPr>
              <a:lnSpc>
                <a:spcPct val="150000"/>
              </a:lnSpc>
              <a:defRPr sz="1500">
                <a:solidFill>
                  <a:srgbClr val="3366FF"/>
                </a:solidFill>
              </a:defRPr>
            </a:pPr>
            <a:r>
              <a:rPr lang="es-ES" sz="1600" dirty="0">
                <a:solidFill>
                  <a:schemeClr val="bg1"/>
                </a:solidFill>
                <a:cs typeface="Times New Roman" panose="02020603050405020304" pitchFamily="18" charset="0"/>
              </a:rPr>
              <a:t>Escalabilidad: La solución será escalable para adaptarse al crecimiento futuro de la empresa, incorporando nuevos activos y expandiéndose a nuevas ubicaciones.</a:t>
            </a:r>
          </a:p>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392268" y="1796125"/>
            <a:ext cx="2104406" cy="1373249"/>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1469708"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10.</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43206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Recursos Necesarios</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336970" y="1332585"/>
            <a:ext cx="7162629" cy="6889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392268" y="1796125"/>
            <a:ext cx="2104406" cy="1373249"/>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1469708"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11.</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3" name="Imagen 2">
            <a:extLst>
              <a:ext uri="{FF2B5EF4-FFF2-40B4-BE49-F238E27FC236}">
                <a16:creationId xmlns:a16="http://schemas.microsoft.com/office/drawing/2014/main" id="{6457D614-376F-0E10-04E0-36235EABF6ED}"/>
              </a:ext>
            </a:extLst>
          </p:cNvPr>
          <p:cNvPicPr>
            <a:picLocks noChangeAspect="1"/>
          </p:cNvPicPr>
          <p:nvPr/>
        </p:nvPicPr>
        <p:blipFill>
          <a:blip r:embed="rId2"/>
          <a:stretch>
            <a:fillRect/>
          </a:stretch>
        </p:blipFill>
        <p:spPr>
          <a:xfrm>
            <a:off x="2274913" y="1663539"/>
            <a:ext cx="7364214" cy="3530921"/>
          </a:xfrm>
          <a:prstGeom prst="rect">
            <a:avLst/>
          </a:prstGeom>
        </p:spPr>
      </p:pic>
    </p:spTree>
    <p:extLst>
      <p:ext uri="{BB962C8B-B14F-4D97-AF65-F5344CB8AC3E}">
        <p14:creationId xmlns:p14="http://schemas.microsoft.com/office/powerpoint/2010/main" val="2359037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30;p5">
            <a:extLst>
              <a:ext uri="{FF2B5EF4-FFF2-40B4-BE49-F238E27FC236}">
                <a16:creationId xmlns:a16="http://schemas.microsoft.com/office/drawing/2014/main" id="{1384543B-C215-2542-97C1-61D5955295C5}"/>
              </a:ext>
            </a:extLst>
          </p:cNvPr>
          <p:cNvSpPr txBox="1">
            <a:spLocks/>
          </p:cNvSpPr>
          <p:nvPr/>
        </p:nvSpPr>
        <p:spPr>
          <a:xfrm>
            <a:off x="901662" y="350316"/>
            <a:ext cx="9537737" cy="803109"/>
          </a:xfrm>
          <a:prstGeom prst="rect">
            <a:avLst/>
          </a:prstGeom>
        </p:spPr>
        <p:txBody>
          <a:bodyPr>
            <a:noAutofit/>
          </a:bodyPr>
          <a:lstStyle>
            <a:defPPr marR="0" lvl="0" algn="l" rtl="0">
              <a:lnSpc>
                <a:spcPct val="100000"/>
              </a:lnSpc>
              <a:spcBef>
                <a:spcPts val="0"/>
              </a:spcBef>
              <a:spcAft>
                <a:spcPts val="0"/>
              </a:spcAft>
            </a:defPPr>
            <a:lvl1pPr marR="0" lvl="0" indent="39687" algn="l" rtl="0">
              <a:lnSpc>
                <a:spcPct val="100000"/>
              </a:lnSpc>
              <a:spcBef>
                <a:spcPts val="0"/>
              </a:spcBef>
              <a:spcAft>
                <a:spcPts val="0"/>
              </a:spcAft>
              <a:buClr>
                <a:srgbClr val="000000"/>
              </a:buClr>
              <a:buFont typeface="Arial"/>
              <a:defRPr sz="3800" b="0" i="0" u="none" strike="noStrike" cap="none">
                <a:solidFill>
                  <a:schemeClr val="bg1">
                    <a:lumMod val="50000"/>
                  </a:schemeClr>
                </a:solidFill>
                <a:latin typeface="Isidora Sans SemiBold" pitchFamily="2" charset="77"/>
                <a:ea typeface="Isidora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3087" b="1" dirty="0">
                <a:solidFill>
                  <a:schemeClr val="bg1"/>
                </a:solidFill>
                <a:latin typeface="Verdana" panose="020B0604030504040204" pitchFamily="34" charset="0"/>
                <a:ea typeface="Verdana" panose="020B0604030504040204" pitchFamily="34" charset="0"/>
                <a:cs typeface="Verdana" panose="020B0604030504040204" pitchFamily="34" charset="0"/>
              </a:rPr>
              <a:t>Resultados esperados</a:t>
            </a:r>
          </a:p>
        </p:txBody>
      </p:sp>
      <p:sp>
        <p:nvSpPr>
          <p:cNvPr id="10" name="Google Shape;31;p5">
            <a:extLst>
              <a:ext uri="{FF2B5EF4-FFF2-40B4-BE49-F238E27FC236}">
                <a16:creationId xmlns:a16="http://schemas.microsoft.com/office/drawing/2014/main" id="{8F424D56-3ACF-AA49-B248-11950103239B}"/>
              </a:ext>
            </a:extLst>
          </p:cNvPr>
          <p:cNvSpPr txBox="1"/>
          <p:nvPr/>
        </p:nvSpPr>
        <p:spPr>
          <a:xfrm>
            <a:off x="901663" y="4145144"/>
            <a:ext cx="809160" cy="24622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8000" b="1" dirty="0">
                <a:solidFill>
                  <a:schemeClr val="bg1"/>
                </a:solidFill>
                <a:latin typeface="Verdana" panose="020B0604030504040204" pitchFamily="34" charset="0"/>
                <a:ea typeface="Verdana" panose="020B0604030504040204" pitchFamily="34" charset="0"/>
                <a:cs typeface="Verdana" panose="020B0604030504040204" pitchFamily="34" charset="0"/>
              </a:rPr>
              <a:t>4.</a:t>
            </a:r>
            <a:endParaRPr sz="80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31;p5">
            <a:extLst>
              <a:ext uri="{FF2B5EF4-FFF2-40B4-BE49-F238E27FC236}">
                <a16:creationId xmlns:a16="http://schemas.microsoft.com/office/drawing/2014/main" id="{3FBE0B88-0CD8-20C7-D389-4D772C3CD92F}"/>
              </a:ext>
            </a:extLst>
          </p:cNvPr>
          <p:cNvSpPr txBox="1"/>
          <p:nvPr/>
        </p:nvSpPr>
        <p:spPr>
          <a:xfrm>
            <a:off x="1910057" y="2634253"/>
            <a:ext cx="4662663" cy="1018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defRPr sz="1500" b="1">
                <a:solidFill>
                  <a:srgbClr val="77933C"/>
                </a:solidFill>
              </a:defRPr>
            </a:pPr>
            <a:r>
              <a:rPr lang="es-ES" b="1" dirty="0">
                <a:solidFill>
                  <a:schemeClr val="bg1"/>
                </a:solidFill>
                <a:latin typeface="Isidora Sans SemiBold" pitchFamily="2" charset="77"/>
              </a:rPr>
              <a:t>PLANIFICACIÓN DE CONTENIDOS</a:t>
            </a:r>
          </a:p>
          <a:p>
            <a:pPr>
              <a:lnSpc>
                <a:spcPct val="150000"/>
              </a:lnSpc>
              <a:defRPr sz="1500">
                <a:solidFill>
                  <a:srgbClr val="77933C"/>
                </a:solidFill>
              </a:defRPr>
            </a:pPr>
            <a:r>
              <a:rPr lang="es-ES" dirty="0">
                <a:solidFill>
                  <a:schemeClr val="bg1"/>
                </a:solidFill>
                <a:latin typeface="Isidora Sans" pitchFamily="2" charset="77"/>
              </a:rPr>
              <a:t>5.1. Planificación de contenidos semestral.</a:t>
            </a:r>
          </a:p>
          <a:p>
            <a:pPr>
              <a:lnSpc>
                <a:spcPct val="150000"/>
              </a:lnSpc>
              <a:defRPr sz="1500">
                <a:solidFill>
                  <a:srgbClr val="77933C"/>
                </a:solidFill>
              </a:defRPr>
            </a:pPr>
            <a:r>
              <a:rPr lang="es-ES" dirty="0">
                <a:solidFill>
                  <a:schemeClr val="bg1"/>
                </a:solidFill>
                <a:latin typeface="Isidora Sans" pitchFamily="2" charset="77"/>
              </a:rPr>
              <a:t>5.2. Plan de publicaciones mensual</a:t>
            </a:r>
            <a:r>
              <a:rPr sz="1600"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Google Shape;31;p5">
            <a:extLst>
              <a:ext uri="{FF2B5EF4-FFF2-40B4-BE49-F238E27FC236}">
                <a16:creationId xmlns:a16="http://schemas.microsoft.com/office/drawing/2014/main" id="{2EEB6AC5-5274-CD54-B929-6960ED99C188}"/>
              </a:ext>
            </a:extLst>
          </p:cNvPr>
          <p:cNvSpPr txBox="1"/>
          <p:nvPr/>
        </p:nvSpPr>
        <p:spPr>
          <a:xfrm>
            <a:off x="901663" y="2607368"/>
            <a:ext cx="744712"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7200" b="1" dirty="0">
                <a:solidFill>
                  <a:schemeClr val="bg1"/>
                </a:solidFill>
                <a:latin typeface="Verdana" panose="020B0604030504040204" pitchFamily="34" charset="0"/>
                <a:ea typeface="Verdana" panose="020B0604030504040204" pitchFamily="34" charset="0"/>
                <a:cs typeface="Verdana" panose="020B0604030504040204" pitchFamily="34" charset="0"/>
              </a:rPr>
              <a:t>5.</a:t>
            </a:r>
            <a:endParaRPr sz="72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8" name="Rectángulo redondeado 4">
            <a:extLst>
              <a:ext uri="{FF2B5EF4-FFF2-40B4-BE49-F238E27FC236}">
                <a16:creationId xmlns:a16="http://schemas.microsoft.com/office/drawing/2014/main" id="{742B1FF6-6179-2F97-663F-AECA6D1F2383}"/>
              </a:ext>
            </a:extLst>
          </p:cNvPr>
          <p:cNvSpPr/>
          <p:nvPr/>
        </p:nvSpPr>
        <p:spPr>
          <a:xfrm>
            <a:off x="609097" y="1203001"/>
            <a:ext cx="9252658" cy="5001153"/>
          </a:xfrm>
          <a:prstGeom prst="roundRect">
            <a:avLst>
              <a:gd name="adj" fmla="val 14410"/>
            </a:avLst>
          </a:prstGeom>
          <a:solidFill>
            <a:srgbClr val="EE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dirty="0"/>
          </a:p>
        </p:txBody>
      </p:sp>
      <p:sp>
        <p:nvSpPr>
          <p:cNvPr id="9" name="Google Shape;31;p5">
            <a:extLst>
              <a:ext uri="{FF2B5EF4-FFF2-40B4-BE49-F238E27FC236}">
                <a16:creationId xmlns:a16="http://schemas.microsoft.com/office/drawing/2014/main" id="{490F713A-03AC-D477-46BF-5765596D8CDB}"/>
              </a:ext>
            </a:extLst>
          </p:cNvPr>
          <p:cNvSpPr txBox="1"/>
          <p:nvPr/>
        </p:nvSpPr>
        <p:spPr>
          <a:xfrm>
            <a:off x="2336970" y="1332585"/>
            <a:ext cx="7162629" cy="6889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285750" indent="-285750">
              <a:lnSpc>
                <a:spcPct val="150000"/>
              </a:lnSpc>
              <a:buFont typeface="Arial" panose="020B0604020202020204" pitchFamily="34" charset="0"/>
              <a:buChar char="•"/>
              <a:defRPr sz="1500">
                <a:solidFill>
                  <a:srgbClr val="3366FF"/>
                </a:solidFill>
              </a:defRPr>
            </a:pPr>
            <a:endParaRPr lang="es-ES" sz="1600" dirty="0">
              <a:solidFill>
                <a:schemeClr val="bg1"/>
              </a:solidFill>
              <a:latin typeface="Isidora Sans" pitchFamily="2" charset="77"/>
              <a:ea typeface="Verdana" panose="020B0604030504040204" pitchFamily="34" charset="0"/>
              <a:cs typeface="Verdana" panose="020B0604030504040204" pitchFamily="34" charset="0"/>
            </a:endParaRPr>
          </a:p>
          <a:p>
            <a:pPr>
              <a:lnSpc>
                <a:spcPct val="150000"/>
              </a:lnSpc>
              <a:defRPr sz="1500">
                <a:solidFill>
                  <a:srgbClr val="3366FF"/>
                </a:solidFill>
              </a:defRPr>
            </a:pPr>
            <a:endParaRPr lang="es-ES" sz="16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Redondear rectángulo de esquina del mismo lado 16">
            <a:extLst>
              <a:ext uri="{FF2B5EF4-FFF2-40B4-BE49-F238E27FC236}">
                <a16:creationId xmlns:a16="http://schemas.microsoft.com/office/drawing/2014/main" id="{6C81749E-C3C7-E146-7C7C-F1F3542C0C47}"/>
              </a:ext>
            </a:extLst>
          </p:cNvPr>
          <p:cNvSpPr/>
          <p:nvPr/>
        </p:nvSpPr>
        <p:spPr>
          <a:xfrm rot="16200000">
            <a:off x="392268" y="1796125"/>
            <a:ext cx="2104406" cy="1373249"/>
          </a:xfrm>
          <a:prstGeom prst="round2SameRect">
            <a:avLst>
              <a:gd name="adj1" fmla="val 15368"/>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p>
        </p:txBody>
      </p:sp>
      <p:sp>
        <p:nvSpPr>
          <p:cNvPr id="16" name="Google Shape;31;p5">
            <a:extLst>
              <a:ext uri="{FF2B5EF4-FFF2-40B4-BE49-F238E27FC236}">
                <a16:creationId xmlns:a16="http://schemas.microsoft.com/office/drawing/2014/main" id="{8C140556-07BF-2C76-13D4-70047D426261}"/>
              </a:ext>
            </a:extLst>
          </p:cNvPr>
          <p:cNvSpPr txBox="1"/>
          <p:nvPr/>
        </p:nvSpPr>
        <p:spPr>
          <a:xfrm>
            <a:off x="860537" y="1884193"/>
            <a:ext cx="1469708"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indent="24499">
              <a:spcBef>
                <a:spcPts val="247"/>
              </a:spcBef>
              <a:defRPr sz="1500" b="1">
                <a:solidFill>
                  <a:schemeClr val="accent5"/>
                </a:solidFill>
              </a:defRPr>
            </a:pPr>
            <a:r>
              <a:rPr lang="es-ES" sz="5400" b="1" dirty="0">
                <a:solidFill>
                  <a:schemeClr val="bg1"/>
                </a:solidFill>
                <a:latin typeface="Verdana" panose="020B0604030504040204" pitchFamily="34" charset="0"/>
                <a:ea typeface="Verdana" panose="020B0604030504040204" pitchFamily="34" charset="0"/>
                <a:cs typeface="Verdana" panose="020B0604030504040204" pitchFamily="34" charset="0"/>
              </a:rPr>
              <a:t>12.</a:t>
            </a:r>
            <a:endParaRPr sz="54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pic>
        <p:nvPicPr>
          <p:cNvPr id="4" name="Imagen 3">
            <a:extLst>
              <a:ext uri="{FF2B5EF4-FFF2-40B4-BE49-F238E27FC236}">
                <a16:creationId xmlns:a16="http://schemas.microsoft.com/office/drawing/2014/main" id="{1ED0AAAF-489C-98CA-BE5B-A45BE6464B83}"/>
              </a:ext>
            </a:extLst>
          </p:cNvPr>
          <p:cNvPicPr>
            <a:picLocks noChangeAspect="1"/>
          </p:cNvPicPr>
          <p:nvPr/>
        </p:nvPicPr>
        <p:blipFill>
          <a:blip r:embed="rId2"/>
          <a:stretch>
            <a:fillRect/>
          </a:stretch>
        </p:blipFill>
        <p:spPr>
          <a:xfrm>
            <a:off x="2354957" y="1488194"/>
            <a:ext cx="6450376" cy="4526062"/>
          </a:xfrm>
          <a:prstGeom prst="rect">
            <a:avLst/>
          </a:prstGeom>
        </p:spPr>
      </p:pic>
    </p:spTree>
    <p:extLst>
      <p:ext uri="{BB962C8B-B14F-4D97-AF65-F5344CB8AC3E}">
        <p14:creationId xmlns:p14="http://schemas.microsoft.com/office/powerpoint/2010/main" val="553725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74" name="Título 3"/>
          <p:cNvSpPr txBox="1">
            <a:spLocks noGrp="1"/>
          </p:cNvSpPr>
          <p:nvPr>
            <p:ph type="title"/>
          </p:nvPr>
        </p:nvSpPr>
        <p:spPr>
          <a:xfrm>
            <a:off x="1971053" y="3971290"/>
            <a:ext cx="8249892" cy="914402"/>
          </a:xfrm>
          <a:prstGeom prst="rect">
            <a:avLst/>
          </a:prstGeom>
        </p:spPr>
        <p:txBody>
          <a:bodyPr/>
          <a:lstStyle>
            <a:lvl1pPr>
              <a:defRPr sz="3900">
                <a:solidFill>
                  <a:srgbClr val="4368AB"/>
                </a:solidFill>
              </a:defRPr>
            </a:lvl1pPr>
          </a:lstStyle>
          <a:p>
            <a:r>
              <a:t>¡GRACIAS!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874"/>
                                        </p:tgtEl>
                                        <p:attrNameLst>
                                          <p:attrName>style.visibility</p:attrName>
                                        </p:attrNameLst>
                                      </p:cBhvr>
                                      <p:to>
                                        <p:strVal val="visible"/>
                                      </p:to>
                                    </p:set>
                                    <p:anim calcmode="lin" valueType="num">
                                      <p:cBhvr>
                                        <p:cTn id="7" dur="500" fill="hold"/>
                                        <p:tgtEl>
                                          <p:spTgt spid="874"/>
                                        </p:tgtEl>
                                        <p:attrNameLst>
                                          <p:attrName>ppt_w</p:attrName>
                                        </p:attrNameLst>
                                      </p:cBhvr>
                                      <p:tavLst>
                                        <p:tav tm="0">
                                          <p:val>
                                            <p:fltVal val="0"/>
                                          </p:val>
                                        </p:tav>
                                        <p:tav tm="100000">
                                          <p:val>
                                            <p:strVal val="#ppt_w"/>
                                          </p:val>
                                        </p:tav>
                                      </p:tavLst>
                                    </p:anim>
                                    <p:anim calcmode="lin" valueType="num">
                                      <p:cBhvr>
                                        <p:cTn id="8" dur="500" fill="hold"/>
                                        <p:tgtEl>
                                          <p:spTgt spid="87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 grpId="0" animBg="1" advAuto="0"/>
    </p:bldLst>
  </p:timing>
</p:sld>
</file>

<file path=ppt/theme/theme1.xml><?xml version="1.0" encoding="utf-8"?>
<a:theme xmlns:a="http://schemas.openxmlformats.org/drawingml/2006/main" name="Office Theme">
  <a:themeElements>
    <a:clrScheme name="Office Theme">
      <a:dk1>
        <a:srgbClr val="595959"/>
      </a:dk1>
      <a:lt1>
        <a:srgbClr val="FFFFFF"/>
      </a:lt1>
      <a:dk2>
        <a:srgbClr val="A7A7A7"/>
      </a:dk2>
      <a:lt2>
        <a:srgbClr val="535353"/>
      </a:lt2>
      <a:accent1>
        <a:srgbClr val="FFCA08"/>
      </a:accent1>
      <a:accent2>
        <a:srgbClr val="E3B72E"/>
      </a:accent2>
      <a:accent3>
        <a:srgbClr val="D69C29"/>
      </a:accent3>
      <a:accent4>
        <a:srgbClr val="F8931D"/>
      </a:accent4>
      <a:accent5>
        <a:srgbClr val="FF6700"/>
      </a:accent5>
      <a:accent6>
        <a:srgbClr val="D05400"/>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595959"/>
      </a:dk1>
      <a:lt1>
        <a:srgbClr val="FFFFFF"/>
      </a:lt1>
      <a:dk2>
        <a:srgbClr val="A7A7A7"/>
      </a:dk2>
      <a:lt2>
        <a:srgbClr val="535353"/>
      </a:lt2>
      <a:accent1>
        <a:srgbClr val="FFCA08"/>
      </a:accent1>
      <a:accent2>
        <a:srgbClr val="E3B72E"/>
      </a:accent2>
      <a:accent3>
        <a:srgbClr val="D69C29"/>
      </a:accent3>
      <a:accent4>
        <a:srgbClr val="F8931D"/>
      </a:accent4>
      <a:accent5>
        <a:srgbClr val="FF6700"/>
      </a:accent5>
      <a:accent6>
        <a:srgbClr val="D05400"/>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95959"/>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292</TotalTime>
  <Words>784</Words>
  <Application>Microsoft Office PowerPoint</Application>
  <PresentationFormat>Panorámica</PresentationFormat>
  <Paragraphs>137</Paragraphs>
  <Slides>14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Arial</vt:lpstr>
      <vt:lpstr>Calibri</vt:lpstr>
      <vt:lpstr>Isidora Sans</vt:lpstr>
      <vt:lpstr>Isidora Sans SemiBold</vt:lpstr>
      <vt:lpstr>Verdana</vt:lpstr>
      <vt:lpstr>Office Theme</vt:lpstr>
      <vt:lpstr>Proyecto de grado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PLAN</dc:title>
  <dc:creator>Luis Arsecio Montanez Carrillo</dc:creator>
  <cp:lastModifiedBy>YONY ALEXANDER SANCHEZ MARIN</cp:lastModifiedBy>
  <cp:revision>8</cp:revision>
  <dcterms:modified xsi:type="dcterms:W3CDTF">2023-12-06T01:07:09Z</dcterms:modified>
</cp:coreProperties>
</file>